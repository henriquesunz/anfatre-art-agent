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e1e45eb2cf4267" /><Relationship Type="http://schemas.openxmlformats.org/officeDocument/2006/relationships/extended-properties" Target="/docProps/app.xml" Id="R85a93ae43b85482f" /><Relationship Type="http://schemas.openxmlformats.org/officeDocument/2006/relationships/officeDocument" Target="/ppt/presentation.xml" Id="Rd2f5838a64cd4a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66249d3d4547e1"/>
  </p:sldMasterIdLst>
  <p:notesMasterIdLst>
    <p:notesMasterId xmlns:r="http://schemas.openxmlformats.org/officeDocument/2006/relationships" r:id="R9cf9f617d9494e4c"/>
  </p:notesMasterIdLst>
  <p:sldIdLst>
    <p:sldId xmlns:r="http://schemas.openxmlformats.org/officeDocument/2006/relationships" id="256" r:id="R5c097a25825f4a8d"/>
    <p:sldId xmlns:r="http://schemas.openxmlformats.org/officeDocument/2006/relationships" id="257" r:id="Rd62e9d00746746a6"/>
    <p:sldId xmlns:r="http://schemas.openxmlformats.org/officeDocument/2006/relationships" id="258" r:id="Rca1f8685eef347e6"/>
    <p:sldId xmlns:r="http://schemas.openxmlformats.org/officeDocument/2006/relationships" id="259" r:id="R62e70140f7f6498e"/>
    <p:sldId xmlns:r="http://schemas.openxmlformats.org/officeDocument/2006/relationships" id="260" r:id="Rc2dae213cba44958"/>
    <p:sldId xmlns:r="http://schemas.openxmlformats.org/officeDocument/2006/relationships" id="261" r:id="R114273dddf4d4e2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2f9dd8870f456f" /><Relationship Type="http://schemas.openxmlformats.org/officeDocument/2006/relationships/slideMaster" Target="/ppt/slideMasters/slideMaster1.xml" Id="Rd666249d3d4547e1" /><Relationship Type="http://schemas.openxmlformats.org/officeDocument/2006/relationships/notesMaster" Target="/ppt/notesMasters/notesMaster1.xml" Id="R9cf9f617d9494e4c" /><Relationship Type="http://schemas.openxmlformats.org/officeDocument/2006/relationships/presProps" Target="/ppt/presProps.xml" Id="R242a89a54c2b40b8" /><Relationship Type="http://schemas.openxmlformats.org/officeDocument/2006/relationships/tableStyles" Target="/ppt/tableStyles.xml" Id="R92758d36503143bf" /><Relationship Type="http://schemas.openxmlformats.org/officeDocument/2006/relationships/slide" Target="/ppt/slides/slide1.xml" Id="R5c097a25825f4a8d" /><Relationship Type="http://schemas.openxmlformats.org/officeDocument/2006/relationships/slide" Target="/ppt/slides/slide2.xml" Id="Rd62e9d00746746a6" /><Relationship Type="http://schemas.openxmlformats.org/officeDocument/2006/relationships/slide" Target="/ppt/slides/slide3.xml" Id="Rca1f8685eef347e6" /><Relationship Type="http://schemas.openxmlformats.org/officeDocument/2006/relationships/slide" Target="/ppt/slides/slide4.xml" Id="R62e70140f7f6498e" /><Relationship Type="http://schemas.openxmlformats.org/officeDocument/2006/relationships/slide" Target="/ppt/slides/slide5.xml" Id="Rc2dae213cba44958" /><Relationship Type="http://schemas.openxmlformats.org/officeDocument/2006/relationships/slide" Target="/ppt/slides/slide6.xml" Id="R114273dddf4d4e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4216ef30843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e7c355fa44970" /><Relationship Type="http://schemas.openxmlformats.org/officeDocument/2006/relationships/notesMaster" Target="/ppt/notesMasters/notesMaster1.xml" Id="Rf812d97c34d3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f046b895854e4d" /><Relationship Type="http://schemas.openxmlformats.org/officeDocument/2006/relationships/notesMaster" Target="/ppt/notesMasters/notesMaster1.xml" Id="R1ef0fafdb004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1bb670307491e" /><Relationship Type="http://schemas.openxmlformats.org/officeDocument/2006/relationships/notesMaster" Target="/ppt/notesMasters/notesMaster1.xml" Id="Rbaf1170a915a4b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a63ef67224463a" /><Relationship Type="http://schemas.openxmlformats.org/officeDocument/2006/relationships/notesMaster" Target="/ppt/notesMasters/notesMaster1.xml" Id="Rd4fa6fab67614c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09114e8e142ed" /><Relationship Type="http://schemas.openxmlformats.org/officeDocument/2006/relationships/notesMaster" Target="/ppt/notesMasters/notesMaster1.xml" Id="R76dee49fbd7c48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ca2fb1462e4b41" /><Relationship Type="http://schemas.openxmlformats.org/officeDocument/2006/relationships/notesMaster" Target="/ppt/notesMasters/notesMaster1.xml" Id="R44b9e588d5ae44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3e25966d443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469ab744f2459c" /><Relationship Type="http://schemas.openxmlformats.org/officeDocument/2006/relationships/slideLayout" Target="/ppt/slideLayouts/slideLayout1.xml" Id="R178d8a860aa5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8d8a860aa5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2f379fbc84c56" /><Relationship Type="http://schemas.openxmlformats.org/officeDocument/2006/relationships/image" Target="/ppt/media/image.jpeg" Id="R9b6971eec3e24d3d" /><Relationship Type="http://schemas.openxmlformats.org/officeDocument/2006/relationships/notesSlide" Target="/ppt/notesSlides/notesSlide1.xml" Id="R445e44ea92c440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f60191bc4cc3" /><Relationship Type="http://schemas.openxmlformats.org/officeDocument/2006/relationships/image" Target="/ppt/media/image2.jpeg" Id="R2c76952e248e4b4e" /><Relationship Type="http://schemas.openxmlformats.org/officeDocument/2006/relationships/notesSlide" Target="/ppt/notesSlides/notesSlide2.xml" Id="R2f0dbc72887742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9353afc884cf8" /><Relationship Type="http://schemas.openxmlformats.org/officeDocument/2006/relationships/image" Target="/ppt/media/image.png" Id="Rff69fc18aaaa4674" /><Relationship Type="http://schemas.openxmlformats.org/officeDocument/2006/relationships/notesSlide" Target="/ppt/notesSlides/notesSlide3.xml" Id="R034fc2da76cf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e688a655c4940" /><Relationship Type="http://schemas.openxmlformats.org/officeDocument/2006/relationships/image" Target="/ppt/media/image2.png" Id="Ra4eedf9511f14910" /><Relationship Type="http://schemas.openxmlformats.org/officeDocument/2006/relationships/image" Target="/ppt/media/image.svg" Id="Rce2527c54f304417" /><Relationship Type="http://schemas.openxmlformats.org/officeDocument/2006/relationships/image" Target="/ppt/media/image3.png" Id="Ra52d22a6ab694b24" /><Relationship Type="http://schemas.openxmlformats.org/officeDocument/2006/relationships/image" Target="/ppt/media/image2.svg" Id="R40c76a9b129b4f39" /><Relationship Type="http://schemas.openxmlformats.org/officeDocument/2006/relationships/image" Target="/ppt/media/image4.png" Id="Rbe3fee563f0e4d39" /><Relationship Type="http://schemas.openxmlformats.org/officeDocument/2006/relationships/image" Target="/ppt/media/image3.svg" Id="R78111aa19d934856" /><Relationship Type="http://schemas.openxmlformats.org/officeDocument/2006/relationships/image" Target="/ppt/media/image5.png" Id="R43fc909fed9f4758" /><Relationship Type="http://schemas.openxmlformats.org/officeDocument/2006/relationships/image" Target="/ppt/media/image4.svg" Id="Ra1140ad2a6f842c9" /><Relationship Type="http://schemas.openxmlformats.org/officeDocument/2006/relationships/image" Target="/ppt/media/image6.png" Id="R55cdbddbca694de0" /><Relationship Type="http://schemas.openxmlformats.org/officeDocument/2006/relationships/image" Target="/ppt/media/image5.svg" Id="Rbf75ff3a74de493e" /><Relationship Type="http://schemas.openxmlformats.org/officeDocument/2006/relationships/image" Target="/ppt/media/image7.png" Id="Ra7e20dae3ba04d47" /><Relationship Type="http://schemas.openxmlformats.org/officeDocument/2006/relationships/image" Target="/ppt/media/image6.svg" Id="Rf5d14787fe154e3b" /><Relationship Type="http://schemas.openxmlformats.org/officeDocument/2006/relationships/image" Target="/ppt/media/image8.png" Id="R41c9ec3c89c84ac8" /><Relationship Type="http://schemas.openxmlformats.org/officeDocument/2006/relationships/image" Target="/ppt/media/image7.svg" Id="Rc845c022ca744abb" /><Relationship Type="http://schemas.openxmlformats.org/officeDocument/2006/relationships/image" Target="/ppt/media/image9.png" Id="R5a735e259e604df3" /><Relationship Type="http://schemas.openxmlformats.org/officeDocument/2006/relationships/image" Target="/ppt/media/image8.svg" Id="Rb523620f1b2748e8" /><Relationship Type="http://schemas.openxmlformats.org/officeDocument/2006/relationships/image" Target="/ppt/media/image10.png" Id="R3fe2367847774e8c" /><Relationship Type="http://schemas.openxmlformats.org/officeDocument/2006/relationships/image" Target="/ppt/media/image9.svg" Id="R2aaa12a46f864f49" /><Relationship Type="http://schemas.openxmlformats.org/officeDocument/2006/relationships/image" Target="/ppt/media/image11.png" Id="R8510559927384429" /><Relationship Type="http://schemas.openxmlformats.org/officeDocument/2006/relationships/image" Target="/ppt/media/image10.svg" Id="Rd1279f7bb8bc40c3" /><Relationship Type="http://schemas.openxmlformats.org/officeDocument/2006/relationships/image" Target="/ppt/media/image12.png" Id="R021fab7956b74130" /><Relationship Type="http://schemas.openxmlformats.org/officeDocument/2006/relationships/image" Target="/ppt/media/image13.png" Id="R855e0119b03d4faf" /><Relationship Type="http://schemas.openxmlformats.org/officeDocument/2006/relationships/image" Target="/ppt/media/image11.svg" Id="Ref773f210a6d44c1" /><Relationship Type="http://schemas.openxmlformats.org/officeDocument/2006/relationships/notesSlide" Target="/ppt/notesSlides/notesSlide4.xml" Id="R489c5bfe00a84b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9ca7d42bd4fa0" /><Relationship Type="http://schemas.openxmlformats.org/officeDocument/2006/relationships/image" Target="/ppt/media/image14.png" Id="R88cc7858752844da" /><Relationship Type="http://schemas.openxmlformats.org/officeDocument/2006/relationships/image" Target="/ppt/media/image15.png" Id="Rbbb4c6680ac3463f" /><Relationship Type="http://schemas.openxmlformats.org/officeDocument/2006/relationships/image" Target="/ppt/media/image12.svg" Id="R895c30381eca4a32" /><Relationship Type="http://schemas.openxmlformats.org/officeDocument/2006/relationships/image" Target="/ppt/media/image16.png" Id="R560afcce4580453e" /><Relationship Type="http://schemas.openxmlformats.org/officeDocument/2006/relationships/image" Target="/ppt/media/image13.svg" Id="Rf66f4328cd8d4339" /><Relationship Type="http://schemas.openxmlformats.org/officeDocument/2006/relationships/image" Target="/ppt/media/image17.png" Id="Re7a7d004ba02426c" /><Relationship Type="http://schemas.openxmlformats.org/officeDocument/2006/relationships/image" Target="/ppt/media/image14.svg" Id="R39c4656e6c464e7f" /><Relationship Type="http://schemas.openxmlformats.org/officeDocument/2006/relationships/image" Target="/ppt/media/image18.png" Id="R25bd31e77a7740ac" /><Relationship Type="http://schemas.openxmlformats.org/officeDocument/2006/relationships/image" Target="/ppt/media/image15.svg" Id="R75e877387e8d4654" /><Relationship Type="http://schemas.openxmlformats.org/officeDocument/2006/relationships/image" Target="/ppt/media/image19.png" Id="R8399177ae858435c" /><Relationship Type="http://schemas.openxmlformats.org/officeDocument/2006/relationships/image" Target="/ppt/media/image16.svg" Id="Rb41e969b4d8a4c9e" /><Relationship Type="http://schemas.openxmlformats.org/officeDocument/2006/relationships/image" Target="/ppt/media/image20.png" Id="R315e36f87e714468" /><Relationship Type="http://schemas.openxmlformats.org/officeDocument/2006/relationships/image" Target="/ppt/media/image17.svg" Id="R8a3d9a55e2ee4eac" /><Relationship Type="http://schemas.openxmlformats.org/officeDocument/2006/relationships/image" Target="/ppt/media/image21.png" Id="R86e4c65805424f87" /><Relationship Type="http://schemas.openxmlformats.org/officeDocument/2006/relationships/image" Target="/ppt/media/image18.svg" Id="R266bf99a137a4fc2" /><Relationship Type="http://schemas.openxmlformats.org/officeDocument/2006/relationships/image" Target="/ppt/media/image22.png" Id="R92007befd9684531" /><Relationship Type="http://schemas.openxmlformats.org/officeDocument/2006/relationships/image" Target="/ppt/media/image19.svg" Id="Rabcbafc5826948c7" /><Relationship Type="http://schemas.openxmlformats.org/officeDocument/2006/relationships/image" Target="/ppt/media/image23.png" Id="R43db5b51dac14b4b" /><Relationship Type="http://schemas.openxmlformats.org/officeDocument/2006/relationships/image" Target="/ppt/media/image20.svg" Id="R5c560dc07ce943ec" /><Relationship Type="http://schemas.openxmlformats.org/officeDocument/2006/relationships/image" Target="/ppt/media/image24.png" Id="Rc5e34129b88a46dd" /><Relationship Type="http://schemas.openxmlformats.org/officeDocument/2006/relationships/image" Target="/ppt/media/image21.svg" Id="Rbd00e8c12c934987" /><Relationship Type="http://schemas.openxmlformats.org/officeDocument/2006/relationships/image" Target="/ppt/media/image25.png" Id="Ra38d0f56be9544ba" /><Relationship Type="http://schemas.openxmlformats.org/officeDocument/2006/relationships/image" Target="/ppt/media/image22.svg" Id="R3f35d64d65504418" /><Relationship Type="http://schemas.openxmlformats.org/officeDocument/2006/relationships/notesSlide" Target="/ppt/notesSlides/notesSlide5.xml" Id="Rd689560b9a9742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a5343e76443a1" /><Relationship Type="http://schemas.openxmlformats.org/officeDocument/2006/relationships/image" Target="/ppt/media/image26.png" Id="Rfc7c43c1532a49ce" /><Relationship Type="http://schemas.openxmlformats.org/officeDocument/2006/relationships/image" Target="/ppt/media/image27.png" Id="R951eb9ceeb7040f5" /><Relationship Type="http://schemas.openxmlformats.org/officeDocument/2006/relationships/image" Target="/ppt/media/image23.svg" Id="R3bd6cde7b2164fcd" /><Relationship Type="http://schemas.openxmlformats.org/officeDocument/2006/relationships/image" Target="/ppt/media/image28.png" Id="R85d6c2103c5c47a3" /><Relationship Type="http://schemas.openxmlformats.org/officeDocument/2006/relationships/image" Target="/ppt/media/image24.svg" Id="R1074db948e464679" /><Relationship Type="http://schemas.openxmlformats.org/officeDocument/2006/relationships/image" Target="/ppt/media/image29.png" Id="Re72e4067dbd042a2" /><Relationship Type="http://schemas.openxmlformats.org/officeDocument/2006/relationships/image" Target="/ppt/media/image25.svg" Id="Rb7737a2dd95d40eb" /><Relationship Type="http://schemas.openxmlformats.org/officeDocument/2006/relationships/image" Target="/ppt/media/image30.png" Id="R5028518c9dd44456" /><Relationship Type="http://schemas.openxmlformats.org/officeDocument/2006/relationships/image" Target="/ppt/media/image26.svg" Id="R28a36a2c169c49e3" /><Relationship Type="http://schemas.openxmlformats.org/officeDocument/2006/relationships/image" Target="/ppt/media/image31.png" Id="Rb0cea0456f94481e" /><Relationship Type="http://schemas.openxmlformats.org/officeDocument/2006/relationships/image" Target="/ppt/media/image27.svg" Id="Rfc62d0c5c38d4b16" /><Relationship Type="http://schemas.openxmlformats.org/officeDocument/2006/relationships/image" Target="/ppt/media/image32.png" Id="R56a49b5204e14377" /><Relationship Type="http://schemas.openxmlformats.org/officeDocument/2006/relationships/image" Target="/ppt/media/image28.svg" Id="R8430068960cb4909" /><Relationship Type="http://schemas.openxmlformats.org/officeDocument/2006/relationships/image" Target="/ppt/media/image33.png" Id="Ra20db0e8f9c149c6" /><Relationship Type="http://schemas.openxmlformats.org/officeDocument/2006/relationships/image" Target="/ppt/media/image29.svg" Id="R8488216b308848b9" /><Relationship Type="http://schemas.openxmlformats.org/officeDocument/2006/relationships/image" Target="/ppt/media/image34.png" Id="R33ad2dffd6834fe5" /><Relationship Type="http://schemas.openxmlformats.org/officeDocument/2006/relationships/image" Target="/ppt/media/image30.svg" Id="R267c027d2bea4565" /><Relationship Type="http://schemas.openxmlformats.org/officeDocument/2006/relationships/image" Target="/ppt/media/image35.png" Id="Ra29e8190c00d4a30" /><Relationship Type="http://schemas.openxmlformats.org/officeDocument/2006/relationships/image" Target="/ppt/media/image31.svg" Id="R636caafe64e54f6d" /><Relationship Type="http://schemas.openxmlformats.org/officeDocument/2006/relationships/image" Target="/ppt/media/image36.png" Id="R7ab7362aa05c40e3" /><Relationship Type="http://schemas.openxmlformats.org/officeDocument/2006/relationships/image" Target="/ppt/media/image32.svg" Id="R678f2ad328a6428f" /><Relationship Type="http://schemas.openxmlformats.org/officeDocument/2006/relationships/image" Target="/ppt/media/image37.png" Id="Rb96bf71dcf2e47de" /><Relationship Type="http://schemas.openxmlformats.org/officeDocument/2006/relationships/image" Target="/ppt/media/image33.svg" Id="R70634b3d7aff4ff6" /><Relationship Type="http://schemas.openxmlformats.org/officeDocument/2006/relationships/notesSlide" Target="/ppt/notesSlides/notesSlide6.xml" Id="R44546223a7da4c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971eec3e24d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painel-de-cor-editavel">
            <a:extLst xmlns:a="http://schemas.openxmlformats.org/drawingml/2006/main">
              <a:ext uri="{FF2B5EF4-FFF2-40B4-BE49-F238E27FC236}">
                <a16:creationId xmlns:a16="http://schemas.microsoft.com/office/drawing/2014/main" id="{932CB63C-CDEC-4647-B4F5-673FEB3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listras-sobre-painel-fundo">
            <a:extLst xmlns:a="http://schemas.openxmlformats.org/drawingml/2006/main">
              <a:ext uri="{FF2B5EF4-FFF2-40B4-BE49-F238E27FC236}">
                <a16:creationId xmlns:a16="http://schemas.microsoft.com/office/drawing/2014/main" id="{DE152898-AFE7-4547-B84A-3B081A88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4" name="listras-sobre-painel-principal">
            <a:extLst xmlns:a="http://schemas.openxmlformats.org/drawingml/2006/main">
              <a:ext uri="{FF2B5EF4-FFF2-40B4-BE49-F238E27FC236}">
                <a16:creationId xmlns:a16="http://schemas.microsoft.com/office/drawing/2014/main" id="{F18D0AF7-CA46-4BC8-B110-4123209C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5" name="listras-sobre-painel-linha-1">
            <a:extLst xmlns:a="http://schemas.openxmlformats.org/drawingml/2006/main">
              <a:ext uri="{FF2B5EF4-FFF2-40B4-BE49-F238E27FC236}">
                <a16:creationId xmlns:a16="http://schemas.microsoft.com/office/drawing/2014/main" id="{3EDF811F-9D08-4C61-AB77-5B4D9EC6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33475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6" name="listras-sobre-painel-linha-2">
            <a:extLst xmlns:a="http://schemas.openxmlformats.org/drawingml/2006/main">
              <a:ext uri="{FF2B5EF4-FFF2-40B4-BE49-F238E27FC236}">
                <a16:creationId xmlns:a16="http://schemas.microsoft.com/office/drawing/2014/main" id="{7DB85EAB-A004-4F6B-B13F-C024D9A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7" name="listras-sobre-painel-linha-3">
            <a:extLst xmlns:a="http://schemas.openxmlformats.org/drawingml/2006/main">
              <a:ext uri="{FF2B5EF4-FFF2-40B4-BE49-F238E27FC236}">
                <a16:creationId xmlns:a16="http://schemas.microsoft.com/office/drawing/2014/main" id="{E575D725-D4AC-44A0-B2B1-9EFBAC0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81125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8" name="listras-sobre-painel-linha-4">
            <a:extLst xmlns:a="http://schemas.openxmlformats.org/drawingml/2006/main">
              <a:ext uri="{FF2B5EF4-FFF2-40B4-BE49-F238E27FC236}">
                <a16:creationId xmlns:a16="http://schemas.microsoft.com/office/drawing/2014/main" id="{0329C1CA-7FF8-4198-9B1A-32E3A2A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4950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9" name="headline-leve-1-editavel">
            <a:extLst xmlns:a="http://schemas.openxmlformats.org/drawingml/2006/main">
              <a:ext uri="{FF2B5EF4-FFF2-40B4-BE49-F238E27FC236}">
                <a16:creationId xmlns:a16="http://schemas.microsoft.com/office/drawing/2014/main" id="{5BC52816-D801-4B8F-B917-295CA3FA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716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COMO ACOPLAR</a:t>
            </a:r>
          </a:p>
        </p:txBody>
      </p:sp>
      <p:sp>
        <p:nvSpPr>
          <p:cNvPr id="10" name="headline-destaque-1-editavel">
            <a:extLst xmlns:a="http://schemas.openxmlformats.org/drawingml/2006/main">
              <a:ext uri="{FF2B5EF4-FFF2-40B4-BE49-F238E27FC236}">
                <a16:creationId xmlns:a16="http://schemas.microsoft.com/office/drawing/2014/main" id="{823D8B7A-CA93-4302-8988-2203522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57450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O ENGATE</a:t>
            </a:r>
          </a:p>
        </p:txBody>
      </p:sp>
      <p:sp>
        <p:nvSpPr>
          <p:cNvPr id="11" name="headline-destaque-2-editavel">
            <a:extLst xmlns:a="http://schemas.openxmlformats.org/drawingml/2006/main">
              <a:ext uri="{FF2B5EF4-FFF2-40B4-BE49-F238E27FC236}">
                <a16:creationId xmlns:a16="http://schemas.microsoft.com/office/drawing/2014/main" id="{BD583F08-FA8A-4E56-BC25-D6CCA91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CORRETAMENTE?</a:t>
            </a:r>
          </a:p>
        </p:txBody>
      </p:sp>
    </p:spTree>
    <p:extLst>
      <p:ext uri="{BB962C8B-B14F-4D97-AF65-F5344CB8AC3E}">
        <p14:creationId xmlns:p14="http://schemas.microsoft.com/office/powerpoint/2010/main" val="1356895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C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6952e248e4b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painel-de-cor-editavel">
            <a:extLst xmlns:a="http://schemas.openxmlformats.org/drawingml/2006/main">
              <a:ext uri="{FF2B5EF4-FFF2-40B4-BE49-F238E27FC236}">
                <a16:creationId xmlns:a16="http://schemas.microsoft.com/office/drawing/2014/main" id="{D9D48793-1897-4504-9182-525B422F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3" name="listras-sobre-painel-fundo">
            <a:extLst xmlns:a="http://schemas.openxmlformats.org/drawingml/2006/main">
              <a:ext uri="{FF2B5EF4-FFF2-40B4-BE49-F238E27FC236}">
                <a16:creationId xmlns:a16="http://schemas.microsoft.com/office/drawing/2014/main" id="{635E678A-D576-4DF2-BECB-2BBC4EC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4" name="listras-sobre-painel-principal">
            <a:extLst xmlns:a="http://schemas.openxmlformats.org/drawingml/2006/main">
              <a:ext uri="{FF2B5EF4-FFF2-40B4-BE49-F238E27FC236}">
                <a16:creationId xmlns:a16="http://schemas.microsoft.com/office/drawing/2014/main" id="{BB2DB66A-BE62-43D7-840D-5833BFF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5" name="listras-sobre-painel-linha-1">
            <a:extLst xmlns:a="http://schemas.openxmlformats.org/drawingml/2006/main">
              <a:ext uri="{FF2B5EF4-FFF2-40B4-BE49-F238E27FC236}">
                <a16:creationId xmlns:a16="http://schemas.microsoft.com/office/drawing/2014/main" id="{6460F576-6805-4E84-8029-470B1B2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33475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6" name="listras-sobre-painel-linha-2">
            <a:extLst xmlns:a="http://schemas.openxmlformats.org/drawingml/2006/main">
              <a:ext uri="{FF2B5EF4-FFF2-40B4-BE49-F238E27FC236}">
                <a16:creationId xmlns:a16="http://schemas.microsoft.com/office/drawing/2014/main" id="{8A5D675E-36AD-40CB-80E9-B900BC53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7" name="listras-sobre-painel-linha-3">
            <a:extLst xmlns:a="http://schemas.openxmlformats.org/drawingml/2006/main">
              <a:ext uri="{FF2B5EF4-FFF2-40B4-BE49-F238E27FC236}">
                <a16:creationId xmlns:a16="http://schemas.microsoft.com/office/drawing/2014/main" id="{B2480F8E-7145-4AD9-909E-BD70CAAB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81125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8" name="listras-sobre-painel-linha-4">
            <a:extLst xmlns:a="http://schemas.openxmlformats.org/drawingml/2006/main">
              <a:ext uri="{FF2B5EF4-FFF2-40B4-BE49-F238E27FC236}">
                <a16:creationId xmlns:a16="http://schemas.microsoft.com/office/drawing/2014/main" id="{EB71808E-A92A-4EFF-9D6E-6D5B3A6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4950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9" name="headline-destaque-1-editavel">
            <a:extLst xmlns:a="http://schemas.openxmlformats.org/drawingml/2006/main">
              <a:ext uri="{FF2B5EF4-FFF2-40B4-BE49-F238E27FC236}">
                <a16:creationId xmlns:a16="http://schemas.microsoft.com/office/drawing/2014/main" id="{A1C72F95-D466-4E78-9A97-5CED11D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51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ENERGIA SOLAR</a:t>
            </a:r>
          </a:p>
        </p:txBody>
      </p:sp>
      <p:sp>
        <p:nvSpPr>
          <p:cNvPr id="10" name="headline-destaque-2-editavel">
            <a:extLst xmlns:a="http://schemas.openxmlformats.org/drawingml/2006/main">
              <a:ext uri="{FF2B5EF4-FFF2-40B4-BE49-F238E27FC236}">
                <a16:creationId xmlns:a16="http://schemas.microsoft.com/office/drawing/2014/main" id="{F4BE29B4-ACF9-413E-B6D0-0397CE87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4795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51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EM MOTORHOMES:</a:t>
            </a:r>
          </a:p>
        </p:txBody>
      </p:sp>
      <p:sp>
        <p:nvSpPr>
          <p:cNvPr id="11" name="headline-leve-1-editavel">
            <a:extLst xmlns:a="http://schemas.openxmlformats.org/drawingml/2006/main">
              <a:ext uri="{FF2B5EF4-FFF2-40B4-BE49-F238E27FC236}">
                <a16:creationId xmlns:a16="http://schemas.microsoft.com/office/drawing/2014/main" id="{255DB418-BA6A-463E-9934-CBD644A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716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QUANDO ELA REALMENTE</a:t>
            </a:r>
          </a:p>
        </p:txBody>
      </p:sp>
      <p:sp>
        <p:nvSpPr>
          <p:cNvPr id="12" name="headline-leve-2-editavel">
            <a:extLst xmlns:a="http://schemas.openxmlformats.org/drawingml/2006/main">
              <a:ext uri="{FF2B5EF4-FFF2-40B4-BE49-F238E27FC236}">
                <a16:creationId xmlns:a16="http://schemas.microsoft.com/office/drawing/2014/main" id="{AD539583-2E66-45C2-A7A7-CC97832B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716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VALE A PENA?</a:t>
            </a:r>
          </a:p>
        </p:txBody>
      </p:sp>
    </p:spTree>
    <p:extLst>
      <p:ext uri="{BB962C8B-B14F-4D97-AF65-F5344CB8AC3E}">
        <p14:creationId xmlns:p14="http://schemas.microsoft.com/office/powerpoint/2010/main" val="6087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C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9fc18aaaa467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painel-de-cor-editavel">
            <a:extLst xmlns:a="http://schemas.openxmlformats.org/drawingml/2006/main">
              <a:ext uri="{FF2B5EF4-FFF2-40B4-BE49-F238E27FC236}">
                <a16:creationId xmlns:a16="http://schemas.microsoft.com/office/drawing/2014/main" id="{5D54A091-CCA0-4F20-A6E7-6BF0CDE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listras-sobre-painel-fundo">
            <a:extLst xmlns:a="http://schemas.openxmlformats.org/drawingml/2006/main">
              <a:ext uri="{FF2B5EF4-FFF2-40B4-BE49-F238E27FC236}">
                <a16:creationId xmlns:a16="http://schemas.microsoft.com/office/drawing/2014/main" id="{63C2BEF0-5C04-447D-964D-F4211453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4" name="listras-sobre-painel-principal">
            <a:extLst xmlns:a="http://schemas.openxmlformats.org/drawingml/2006/main">
              <a:ext uri="{FF2B5EF4-FFF2-40B4-BE49-F238E27FC236}">
                <a16:creationId xmlns:a16="http://schemas.microsoft.com/office/drawing/2014/main" id="{8E64F464-3776-447D-A2E8-6A7F5318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14400"/>
            <a:ext cx="822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5" name="listras-sobre-painel-linha-1">
            <a:extLst xmlns:a="http://schemas.openxmlformats.org/drawingml/2006/main">
              <a:ext uri="{FF2B5EF4-FFF2-40B4-BE49-F238E27FC236}">
                <a16:creationId xmlns:a16="http://schemas.microsoft.com/office/drawing/2014/main" id="{DBB46543-3CCD-4716-91AB-18E56E3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33475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6" name="listras-sobre-painel-linha-2">
            <a:extLst xmlns:a="http://schemas.openxmlformats.org/drawingml/2006/main">
              <a:ext uri="{FF2B5EF4-FFF2-40B4-BE49-F238E27FC236}">
                <a16:creationId xmlns:a16="http://schemas.microsoft.com/office/drawing/2014/main" id="{70213EAF-78BD-4373-8454-30999E1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7" name="listras-sobre-painel-linha-3">
            <a:extLst xmlns:a="http://schemas.openxmlformats.org/drawingml/2006/main">
              <a:ext uri="{FF2B5EF4-FFF2-40B4-BE49-F238E27FC236}">
                <a16:creationId xmlns:a16="http://schemas.microsoft.com/office/drawing/2014/main" id="{72341486-2B5A-485A-ACDA-3425ABB4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81125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8" name="listras-sobre-painel-linha-4">
            <a:extLst xmlns:a="http://schemas.openxmlformats.org/drawingml/2006/main">
              <a:ext uri="{FF2B5EF4-FFF2-40B4-BE49-F238E27FC236}">
                <a16:creationId xmlns:a16="http://schemas.microsoft.com/office/drawing/2014/main" id="{93EF6654-6C32-4790-8509-DAD5567B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4950"/>
            <a:ext cx="822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9" name="headline-leve-1-editavel">
            <a:extLst xmlns:a="http://schemas.openxmlformats.org/drawingml/2006/main">
              <a:ext uri="{FF2B5EF4-FFF2-40B4-BE49-F238E27FC236}">
                <a16:creationId xmlns:a16="http://schemas.microsoft.com/office/drawing/2014/main" id="{A9384632-223E-4DE5-A6DA-EDAACA3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716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LIBERDADE PARA VIAJAR,</a:t>
            </a:r>
          </a:p>
        </p:txBody>
      </p:sp>
      <p:sp>
        <p:nvSpPr>
          <p:cNvPr id="10" name="headline-leve-2-editavel">
            <a:extLst xmlns:a="http://schemas.openxmlformats.org/drawingml/2006/main">
              <a:ext uri="{FF2B5EF4-FFF2-40B4-BE49-F238E27FC236}">
                <a16:creationId xmlns:a16="http://schemas.microsoft.com/office/drawing/2014/main" id="{CFF92EAF-D71B-4873-AF7F-7C78074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57450"/>
            <a:ext cx="716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RESPONSABILIDADE PARA</a:t>
            </a:r>
          </a:p>
        </p:txBody>
      </p:sp>
      <p:sp>
        <p:nvSpPr>
          <p:cNvPr id="11" name="headline-leve-3-editavel">
            <a:extLst xmlns:a="http://schemas.openxmlformats.org/drawingml/2006/main">
              <a:ext uri="{FF2B5EF4-FFF2-40B4-BE49-F238E27FC236}">
                <a16:creationId xmlns:a16="http://schemas.microsoft.com/office/drawing/2014/main" id="{D69A7ED8-9AC8-4324-89B6-036F5FB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716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3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DIRIGIR PELA ESTRADA.</a:t>
            </a:r>
          </a:p>
        </p:txBody>
      </p:sp>
      <p:sp>
        <p:nvSpPr>
          <p:cNvPr id="12" name="headline-destaque-1-editavel">
            <a:extLst xmlns:a="http://schemas.openxmlformats.org/drawingml/2006/main">
              <a:ext uri="{FF2B5EF4-FFF2-40B4-BE49-F238E27FC236}">
                <a16:creationId xmlns:a16="http://schemas.microsoft.com/office/drawing/2014/main" id="{F2246D9C-4B8B-41E7-B74E-D561737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CONTE COM</a:t>
            </a:r>
          </a:p>
        </p:txBody>
      </p:sp>
      <p:sp>
        <p:nvSpPr>
          <p:cNvPr id="13" name="headline-destaque-2-editavel">
            <a:extLst xmlns:a="http://schemas.openxmlformats.org/drawingml/2006/main">
              <a:ext uri="{FF2B5EF4-FFF2-40B4-BE49-F238E27FC236}">
                <a16:creationId xmlns:a16="http://schemas.microsoft.com/office/drawing/2014/main" id="{EDF63595-809F-47F7-A392-A236D8C3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38600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A ANFATRE!</a:t>
            </a:r>
          </a:p>
        </p:txBody>
      </p:sp>
    </p:spTree>
    <p:extLst>
      <p:ext uri="{BB962C8B-B14F-4D97-AF65-F5344CB8AC3E}">
        <p14:creationId xmlns:p14="http://schemas.microsoft.com/office/powerpoint/2010/main" val="1407076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faixa-pictogramas-azul">
            <a:extLst xmlns:a="http://schemas.openxmlformats.org/drawingml/2006/main">
              <a:ext uri="{FF2B5EF4-FFF2-40B4-BE49-F238E27FC236}">
                <a16:creationId xmlns:a16="http://schemas.microsoft.com/office/drawing/2014/main" id="{6FB4A68F-3E5A-45A2-8DDB-CF25FB3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edf9511f14910">
            <a:extLst>
              <a:ext uri="{96DAC541-7B7A-43D3-8B79-37D633B846F1}">
                <asvg:svgBlip xmlns:asvg="http://schemas.microsoft.com/office/drawing/2016/SVG/main" r:embed="Rce2527c54f3044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5750" y="348390"/>
            <a:ext cx="666750" cy="45171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d22a6ab694b24">
            <a:extLst>
              <a:ext uri="{96DAC541-7B7A-43D3-8B79-37D633B846F1}">
                <asvg:svgBlip xmlns:asvg="http://schemas.microsoft.com/office/drawing/2016/SVG/main" r:embed="R40c76a9b129b4f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1167" y="349111"/>
            <a:ext cx="666750" cy="450989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fee563f0e4d39">
            <a:extLst>
              <a:ext uri="{96DAC541-7B7A-43D3-8B79-37D633B846F1}">
                <asvg:svgBlip xmlns:asvg="http://schemas.microsoft.com/office/drawing/2016/SVG/main" r:embed="R78111aa19d9348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96583" y="611919"/>
            <a:ext cx="666750" cy="188181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c909fed9f4758">
            <a:extLst>
              <a:ext uri="{96DAC541-7B7A-43D3-8B79-37D633B846F1}">
                <asvg:svgBlip xmlns:asvg="http://schemas.microsoft.com/office/drawing/2016/SVG/main" r:embed="Ra1140ad2a6f842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02000" y="332785"/>
            <a:ext cx="666750" cy="467315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dbddbca694de0">
            <a:extLst>
              <a:ext uri="{96DAC541-7B7A-43D3-8B79-37D633B846F1}">
                <asvg:svgBlip xmlns:asvg="http://schemas.microsoft.com/office/drawing/2016/SVG/main" r:embed="Rbf75ff3a74de49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07417" y="408474"/>
            <a:ext cx="666750" cy="391626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20dae3ba04d47">
            <a:extLst>
              <a:ext uri="{96DAC541-7B7A-43D3-8B79-37D633B846F1}">
                <asvg:svgBlip xmlns:asvg="http://schemas.microsoft.com/office/drawing/2016/SVG/main" r:embed="Rf5d14787fe154e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2833" y="317060"/>
            <a:ext cx="666750" cy="48304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9ec3c89c84ac8">
            <a:extLst>
              <a:ext uri="{96DAC541-7B7A-43D3-8B79-37D633B846F1}">
                <asvg:svgBlip xmlns:asvg="http://schemas.microsoft.com/office/drawing/2016/SVG/main" r:embed="Rc845c022ca744a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18250" y="435861"/>
            <a:ext cx="666750" cy="36423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35e259e604df3">
            <a:extLst>
              <a:ext uri="{96DAC541-7B7A-43D3-8B79-37D633B846F1}">
                <asvg:svgBlip xmlns:asvg="http://schemas.microsoft.com/office/drawing/2016/SVG/main" r:embed="Rb523620f1b2748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23667" y="342639"/>
            <a:ext cx="666750" cy="457461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2367847774e8c">
            <a:extLst>
              <a:ext uri="{96DAC541-7B7A-43D3-8B79-37D633B846F1}">
                <asvg:svgBlip xmlns:asvg="http://schemas.microsoft.com/office/drawing/2016/SVG/main" r:embed="R2aaa12a46f864f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29083" y="484910"/>
            <a:ext cx="666750" cy="31519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0559927384429">
            <a:extLst>
              <a:ext uri="{96DAC541-7B7A-43D3-8B79-37D633B846F1}">
                <asvg:svgBlip xmlns:asvg="http://schemas.microsoft.com/office/drawing/2016/SVG/main" r:embed="Rd1279f7bb8bc40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34500" y="413656"/>
            <a:ext cx="666750" cy="386444"/>
          </a:xfrm>
          <a:prstGeom xmlns:a="http://schemas.openxmlformats.org/drawingml/2006/main" prst="rect">
            <a:avLst/>
          </a:prstGeom>
        </p:spPr>
      </p:pic>
      <p:sp>
        <p:nvSpPr>
          <p:cNvPr id="12" name="campo-principal-verde">
            <a:extLst xmlns:a="http://schemas.openxmlformats.org/drawingml/2006/main">
              <a:ext uri="{FF2B5EF4-FFF2-40B4-BE49-F238E27FC236}">
                <a16:creationId xmlns:a16="http://schemas.microsoft.com/office/drawing/2014/main" id="{D7875B2C-F8BD-4484-B722-2C30A4A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0287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13" name="pergunta-editavel">
            <a:extLst xmlns:a="http://schemas.openxmlformats.org/drawingml/2006/main">
              <a:ext uri="{FF2B5EF4-FFF2-40B4-BE49-F238E27FC236}">
                <a16:creationId xmlns:a16="http://schemas.microsoft.com/office/drawing/2014/main" id="{5541900F-A7FF-4625-BCBC-A63D3937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VOCÊ SABE QUEM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SÃO OS NOSSOS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ASSOCIADOS?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fab7956b74130"/>
          <a:stretch xmlns:a="http://schemas.openxmlformats.org/drawingml/2006/main"/>
        </p:blipFill>
        <p:spPr>
          <a:xfrm xmlns:a="http://schemas.openxmlformats.org/drawingml/2006/main">
            <a:off x="5543550" y="169545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15" name="regra-inferior-fundo">
            <a:extLst xmlns:a="http://schemas.openxmlformats.org/drawingml/2006/main">
              <a:ext uri="{FF2B5EF4-FFF2-40B4-BE49-F238E27FC236}">
                <a16:creationId xmlns:a16="http://schemas.microsoft.com/office/drawing/2014/main" id="{0B3CD741-03E0-46B1-AC89-870FA874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0287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16" name="regra-inferior-principal">
            <a:extLst xmlns:a="http://schemas.openxmlformats.org/drawingml/2006/main">
              <a:ext uri="{FF2B5EF4-FFF2-40B4-BE49-F238E27FC236}">
                <a16:creationId xmlns:a16="http://schemas.microsoft.com/office/drawing/2014/main" id="{C57C3501-86BE-4934-9545-69F3E06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72300"/>
            <a:ext cx="10287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17" name="regra-inferior-linha-1">
            <a:extLst xmlns:a="http://schemas.openxmlformats.org/drawingml/2006/main">
              <a:ext uri="{FF2B5EF4-FFF2-40B4-BE49-F238E27FC236}">
                <a16:creationId xmlns:a16="http://schemas.microsoft.com/office/drawing/2014/main" id="{D08C0F6D-6E21-44AB-9C18-B4AC2F3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53275"/>
            <a:ext cx="1028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18" name="regra-inferior-linha-2">
            <a:extLst xmlns:a="http://schemas.openxmlformats.org/drawingml/2006/main">
              <a:ext uri="{FF2B5EF4-FFF2-40B4-BE49-F238E27FC236}">
                <a16:creationId xmlns:a16="http://schemas.microsoft.com/office/drawing/2014/main" id="{E2BE4AC0-1B09-4468-8C57-B9CCAA97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00"/>
            <a:ext cx="1028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19" name="regra-inferior-linha-3">
            <a:extLst xmlns:a="http://schemas.openxmlformats.org/drawingml/2006/main">
              <a:ext uri="{FF2B5EF4-FFF2-40B4-BE49-F238E27FC236}">
                <a16:creationId xmlns:a16="http://schemas.microsoft.com/office/drawing/2014/main" id="{1913406F-2301-42B2-9F02-7641E06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77125"/>
            <a:ext cx="1028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20" name="fechamento-lead-editavel">
            <a:extLst xmlns:a="http://schemas.openxmlformats.org/drawingml/2006/main">
              <a:ext uri="{FF2B5EF4-FFF2-40B4-BE49-F238E27FC236}">
                <a16:creationId xmlns:a16="http://schemas.microsoft.com/office/drawing/2014/main" id="{F978A3E4-92FE-424B-898E-3E66E007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27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ACESSE</a:t>
            </a:r>
          </a:p>
        </p:txBody>
      </p:sp>
      <p:sp>
        <p:nvSpPr>
          <p:cNvPr id="21" name="destaque-site-fundo">
            <a:extLst xmlns:a="http://schemas.openxmlformats.org/drawingml/2006/main">
              <a:ext uri="{FF2B5EF4-FFF2-40B4-BE49-F238E27FC236}">
                <a16:creationId xmlns:a16="http://schemas.microsoft.com/office/drawing/2014/main" id="{6B19F77D-79B0-4DE1-BF9F-EFEB827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382000"/>
            <a:ext cx="266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2" name="destaque-site-editavel">
            <a:extLst xmlns:a="http://schemas.openxmlformats.org/drawingml/2006/main">
              <a:ext uri="{FF2B5EF4-FFF2-40B4-BE49-F238E27FC236}">
                <a16:creationId xmlns:a16="http://schemas.microsoft.com/office/drawing/2014/main" id="{8452302D-7FB5-496B-899F-15CBC1D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3820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NOSSO SITE</a:t>
            </a:r>
          </a:p>
        </p:txBody>
      </p:sp>
      <p:sp>
        <p:nvSpPr>
          <p:cNvPr id="23" name="fechamento-primeira-linha-editavel">
            <a:extLst xmlns:a="http://schemas.openxmlformats.org/drawingml/2006/main">
              <a:ext uri="{FF2B5EF4-FFF2-40B4-BE49-F238E27FC236}">
                <a16:creationId xmlns:a16="http://schemas.microsoft.com/office/drawing/2014/main" id="{7B0B456C-3BE6-41CD-AB5E-EA75B44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382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27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E CONFIRA A</a:t>
            </a:r>
          </a:p>
        </p:txBody>
      </p:sp>
      <p:sp>
        <p:nvSpPr>
          <p:cNvPr id="24" name="fechamento-tail-editavel">
            <a:extLst xmlns:a="http://schemas.openxmlformats.org/drawingml/2006/main">
              <a:ext uri="{FF2B5EF4-FFF2-40B4-BE49-F238E27FC236}">
                <a16:creationId xmlns:a16="http://schemas.microsoft.com/office/drawing/2014/main" id="{7A133E24-1DC8-474F-9E89-278010D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48750"/>
            <a:ext cx="8382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30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LISTA COMPLETA E COMPRE COM</a:t>
            </a:r>
          </a:p>
          <a:p xmlns:a="http://schemas.openxmlformats.org/drawingml/2006/main">
            <a:pPr algn="ctr">
              <a:defRPr sz="30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30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SEGURANÇA E CERTEZA!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e0119b03d4faf">
            <a:extLst>
              <a:ext uri="{96DAC541-7B7A-43D3-8B79-37D633B846F1}">
                <asvg:svgBlip xmlns:asvg="http://schemas.microsoft.com/office/drawing/2016/SVG/main" r:embed="Ref773f210a6d44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71875" y="10858500"/>
            <a:ext cx="3143250" cy="1124663"/>
          </a:xfrm>
          <a:prstGeom xmlns:a="http://schemas.openxmlformats.org/drawingml/2006/main" prst="rect">
            <a:avLst/>
          </a:prstGeom>
        </p:spPr>
      </p:pic>
      <p:sp>
        <p:nvSpPr>
          <p:cNvPr id="26" name="barra-inferior-azul">
            <a:extLst xmlns:a="http://schemas.openxmlformats.org/drawingml/2006/main">
              <a:ext uri="{FF2B5EF4-FFF2-40B4-BE49-F238E27FC236}">
                <a16:creationId xmlns:a16="http://schemas.microsoft.com/office/drawing/2014/main" id="{613EC9EC-5713-43D1-97E4-EBD4B10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7" name="barra-inferior-verde">
            <a:extLst xmlns:a="http://schemas.openxmlformats.org/drawingml/2006/main">
              <a:ext uri="{FF2B5EF4-FFF2-40B4-BE49-F238E27FC236}">
                <a16:creationId xmlns:a16="http://schemas.microsoft.com/office/drawing/2014/main" id="{D811335E-6C4E-4A04-B8D8-CCE63CE6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725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28" name="barra-inferior-amarelo">
            <a:extLst xmlns:a="http://schemas.openxmlformats.org/drawingml/2006/main">
              <a:ext uri="{FF2B5EF4-FFF2-40B4-BE49-F238E27FC236}">
                <a16:creationId xmlns:a16="http://schemas.microsoft.com/office/drawing/2014/main" id="{2648BAD3-2C98-4129-9EFA-B8B343C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725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08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arra-superior-azul">
            <a:extLst xmlns:a="http://schemas.openxmlformats.org/drawingml/2006/main">
              <a:ext uri="{FF2B5EF4-FFF2-40B4-BE49-F238E27FC236}">
                <a16:creationId xmlns:a16="http://schemas.microsoft.com/office/drawing/2014/main" id="{A650F262-87D5-4610-98B7-CC9A901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" name="barra-superior-verde">
            <a:extLst xmlns:a="http://schemas.openxmlformats.org/drawingml/2006/main">
              <a:ext uri="{FF2B5EF4-FFF2-40B4-BE49-F238E27FC236}">
                <a16:creationId xmlns:a16="http://schemas.microsoft.com/office/drawing/2014/main" id="{33EEB540-CB6B-43CA-A150-9485490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barra-superior-amarelo">
            <a:extLst xmlns:a="http://schemas.openxmlformats.org/drawingml/2006/main">
              <a:ext uri="{FF2B5EF4-FFF2-40B4-BE49-F238E27FC236}">
                <a16:creationId xmlns:a16="http://schemas.microsoft.com/office/drawing/2014/main" id="{05A8C9D0-59DB-4905-A5A3-37C7934A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4" name="campo-institucional-azul">
            <a:extLst xmlns:a="http://schemas.openxmlformats.org/drawingml/2006/main">
              <a:ext uri="{FF2B5EF4-FFF2-40B4-BE49-F238E27FC236}">
                <a16:creationId xmlns:a16="http://schemas.microsoft.com/office/drawing/2014/main" id="{AA75DF8A-BE7A-4EA4-A22B-E44AE57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0287000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c7858752844da"/>
          <a:stretch xmlns:a="http://schemas.openxmlformats.org/drawingml/2006/main"/>
        </p:blipFill>
        <p:spPr>
          <a:xfrm xmlns:a="http://schemas.openxmlformats.org/drawingml/2006/main">
            <a:off x="2905125" y="571500"/>
            <a:ext cx="4476750" cy="44767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4c6680ac3463f">
            <a:extLst>
              <a:ext uri="{96DAC541-7B7A-43D3-8B79-37D633B846F1}">
                <asvg:svgBlip xmlns:asvg="http://schemas.microsoft.com/office/drawing/2016/SVG/main" r:embed="R895c30381eca4a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" y="5897466"/>
            <a:ext cx="742950" cy="503334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afcce4580453e">
            <a:extLst>
              <a:ext uri="{96DAC541-7B7A-43D3-8B79-37D633B846F1}">
                <asvg:svgBlip xmlns:asvg="http://schemas.microsoft.com/office/drawing/2016/SVG/main" r:embed="Rf66f4328cd8d43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6783" y="5898270"/>
            <a:ext cx="742950" cy="50253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7d004ba02426c">
            <a:extLst>
              <a:ext uri="{96DAC541-7B7A-43D3-8B79-37D633B846F1}">
                <asvg:svgBlip xmlns:asvg="http://schemas.microsoft.com/office/drawing/2016/SVG/main" r:embed="R39c4656e6c464e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32567" y="6191112"/>
            <a:ext cx="742950" cy="209688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d31e77a7740ac">
            <a:extLst>
              <a:ext uri="{96DAC541-7B7A-43D3-8B79-37D633B846F1}">
                <asvg:svgBlip xmlns:asvg="http://schemas.microsoft.com/office/drawing/2016/SVG/main" r:embed="R75e877387e8d46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08350" y="5880077"/>
            <a:ext cx="742950" cy="520723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9177ae858435c">
            <a:extLst>
              <a:ext uri="{96DAC541-7B7A-43D3-8B79-37D633B846F1}">
                <asvg:svgBlip xmlns:asvg="http://schemas.microsoft.com/office/drawing/2016/SVG/main" r:embed="Rb41e969b4d8a4c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4133" y="5964417"/>
            <a:ext cx="742950" cy="436383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e36f87e714468">
            <a:extLst>
              <a:ext uri="{96DAC541-7B7A-43D3-8B79-37D633B846F1}">
                <asvg:svgBlip xmlns:asvg="http://schemas.microsoft.com/office/drawing/2016/SVG/main" r:embed="R8a3d9a55e2ee4e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9917" y="5862555"/>
            <a:ext cx="742950" cy="538245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4c65805424f87">
            <a:extLst>
              <a:ext uri="{96DAC541-7B7A-43D3-8B79-37D633B846F1}">
                <asvg:svgBlip xmlns:asvg="http://schemas.microsoft.com/office/drawing/2016/SVG/main" r:embed="R266bf99a137a4f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35700" y="5994934"/>
            <a:ext cx="742950" cy="405866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07befd9684531">
            <a:extLst>
              <a:ext uri="{96DAC541-7B7A-43D3-8B79-37D633B846F1}">
                <asvg:svgBlip xmlns:asvg="http://schemas.microsoft.com/office/drawing/2016/SVG/main" r:embed="Rabcbafc5826948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11483" y="5891058"/>
            <a:ext cx="742950" cy="509742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b5b51dac14b4b">
            <a:extLst>
              <a:ext uri="{96DAC541-7B7A-43D3-8B79-37D633B846F1}">
                <asvg:svgBlip xmlns:asvg="http://schemas.microsoft.com/office/drawing/2016/SVG/main" r:embed="R5c560dc07ce943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7267" y="6049588"/>
            <a:ext cx="742950" cy="351212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34129b88a46dd">
            <a:extLst>
              <a:ext uri="{96DAC541-7B7A-43D3-8B79-37D633B846F1}">
                <asvg:svgBlip xmlns:asvg="http://schemas.microsoft.com/office/drawing/2016/SVG/main" r:embed="Rbd00e8c12c9349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63050" y="5970192"/>
            <a:ext cx="742950" cy="430608"/>
          </a:xfrm>
          <a:prstGeom xmlns:a="http://schemas.openxmlformats.org/drawingml/2006/main" prst="rect">
            <a:avLst/>
          </a:prstGeom>
        </p:spPr>
      </p:pic>
      <p:sp>
        <p:nvSpPr>
          <p:cNvPr id="16" name="regra-azul-sobre-branco-fundo">
            <a:extLst xmlns:a="http://schemas.openxmlformats.org/drawingml/2006/main">
              <a:ext uri="{FF2B5EF4-FFF2-40B4-BE49-F238E27FC236}">
                <a16:creationId xmlns:a16="http://schemas.microsoft.com/office/drawing/2014/main" id="{16CC3A2A-8CB5-49A9-A5F9-354F52B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0287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regra-azul-sobre-branco-principal">
            <a:extLst xmlns:a="http://schemas.openxmlformats.org/drawingml/2006/main">
              <a:ext uri="{FF2B5EF4-FFF2-40B4-BE49-F238E27FC236}">
                <a16:creationId xmlns:a16="http://schemas.microsoft.com/office/drawing/2014/main" id="{476BE2B5-4D81-481F-B2E9-7518481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4650"/>
            <a:ext cx="10287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18" name="regra-azul-sobre-branco-linha-1">
            <a:extLst xmlns:a="http://schemas.openxmlformats.org/drawingml/2006/main">
              <a:ext uri="{FF2B5EF4-FFF2-40B4-BE49-F238E27FC236}">
                <a16:creationId xmlns:a16="http://schemas.microsoft.com/office/drawing/2014/main" id="{09A6F3AB-CC0D-4A99-83AF-96053306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96100"/>
            <a:ext cx="10287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19" name="regra-azul-sobre-branco-linha-2">
            <a:extLst xmlns:a="http://schemas.openxmlformats.org/drawingml/2006/main">
              <a:ext uri="{FF2B5EF4-FFF2-40B4-BE49-F238E27FC236}">
                <a16:creationId xmlns:a16="http://schemas.microsoft.com/office/drawing/2014/main" id="{4194FC5B-A466-4F6E-BC5E-0B55C02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10287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0" name="regra-azul-sobre-branco-linha-3">
            <a:extLst xmlns:a="http://schemas.openxmlformats.org/drawingml/2006/main">
              <a:ext uri="{FF2B5EF4-FFF2-40B4-BE49-F238E27FC236}">
                <a16:creationId xmlns:a16="http://schemas.microsoft.com/office/drawing/2014/main" id="{50FF9EB5-3199-4885-9AC7-E3ECBD02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0287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1" name="frase-leve-editavel">
            <a:extLst xmlns:a="http://schemas.openxmlformats.org/drawingml/2006/main">
              <a:ext uri="{FF2B5EF4-FFF2-40B4-BE49-F238E27FC236}">
                <a16:creationId xmlns:a16="http://schemas.microsoft.com/office/drawing/2014/main" id="{C3206F08-716D-4586-A87B-6AA3FB7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39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MUITO ALÉM DOS FABRICANTES.</a:t>
            </a:r>
          </a:p>
        </p:txBody>
      </p:sp>
      <p:sp>
        <p:nvSpPr>
          <p:cNvPr id="22" name="frase-destaque-editavel">
            <a:extLst xmlns:a="http://schemas.openxmlformats.org/drawingml/2006/main">
              <a:ext uri="{FF2B5EF4-FFF2-40B4-BE49-F238E27FC236}">
                <a16:creationId xmlns:a16="http://schemas.microsoft.com/office/drawing/2014/main" id="{21BBC018-B98E-49BA-85A8-05B80DF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63000"/>
            <a:ext cx="857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TRABALHAMOS PELO FUTURO</a:t>
            </a:r>
          </a:p>
          <a:p xmlns:a="http://schemas.openxmlformats.org/drawingml/2006/main">
            <a:pPr algn="ctr">
              <a:defRPr sz="4650" b="1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DE TODO O SETOR.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d0f56be9544ba">
            <a:extLst>
              <a:ext uri="{96DAC541-7B7A-43D3-8B79-37D633B846F1}">
                <asvg:svgBlip xmlns:asvg="http://schemas.microsoft.com/office/drawing/2016/SVG/main" r:embed="R3f35d64d655044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71875" y="10820400"/>
            <a:ext cx="3143250" cy="1124663"/>
          </a:xfrm>
          <a:prstGeom xmlns:a="http://schemas.openxmlformats.org/drawingml/2006/main" prst="rect">
            <a:avLst/>
          </a:prstGeom>
        </p:spPr>
      </p:pic>
      <p:sp>
        <p:nvSpPr>
          <p:cNvPr id="24" name="barra-inferior-azul">
            <a:extLst xmlns:a="http://schemas.openxmlformats.org/drawingml/2006/main">
              <a:ext uri="{FF2B5EF4-FFF2-40B4-BE49-F238E27FC236}">
                <a16:creationId xmlns:a16="http://schemas.microsoft.com/office/drawing/2014/main" id="{D623D233-59E8-4B21-A5B2-1000B24E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063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5" name="barra-inferior-verde">
            <a:extLst xmlns:a="http://schemas.openxmlformats.org/drawingml/2006/main">
              <a:ext uri="{FF2B5EF4-FFF2-40B4-BE49-F238E27FC236}">
                <a16:creationId xmlns:a16="http://schemas.microsoft.com/office/drawing/2014/main" id="{303AF26E-259A-4399-821B-7229C2D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7063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26" name="barra-inferior-amarelo">
            <a:extLst xmlns:a="http://schemas.openxmlformats.org/drawingml/2006/main">
              <a:ext uri="{FF2B5EF4-FFF2-40B4-BE49-F238E27FC236}">
                <a16:creationId xmlns:a16="http://schemas.microsoft.com/office/drawing/2014/main" id="{63412D48-7498-4C81-B957-8D2B9F57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7063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3678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rra-superior-azul">
            <a:extLst xmlns:a="http://schemas.openxmlformats.org/drawingml/2006/main">
              <a:ext uri="{FF2B5EF4-FFF2-40B4-BE49-F238E27FC236}">
                <a16:creationId xmlns:a16="http://schemas.microsoft.com/office/drawing/2014/main" id="{3853E4CC-2327-4944-AB3C-9A1B629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" name="barra-superior-verde">
            <a:extLst xmlns:a="http://schemas.openxmlformats.org/drawingml/2006/main">
              <a:ext uri="{FF2B5EF4-FFF2-40B4-BE49-F238E27FC236}">
                <a16:creationId xmlns:a16="http://schemas.microsoft.com/office/drawing/2014/main" id="{7EE085F2-54F6-4954-B57C-CC417629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barra-superior-amarelo">
            <a:extLst xmlns:a="http://schemas.openxmlformats.org/drawingml/2006/main">
              <a:ext uri="{FF2B5EF4-FFF2-40B4-BE49-F238E27FC236}">
                <a16:creationId xmlns:a16="http://schemas.microsoft.com/office/drawing/2014/main" id="{7D3EB19E-4D2F-4597-B4E7-6B6EEE1B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c43c1532a49ce"/>
          <a:stretch xmlns:a="http://schemas.openxmlformats.org/drawingml/2006/main"/>
        </p:blipFill>
        <p:spPr>
          <a:xfrm xmlns:a="http://schemas.openxmlformats.org/drawingml/2006/main">
            <a:off x="285750" y="381000"/>
            <a:ext cx="2762250" cy="27622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eb9ceeb7040f5">
            <a:extLst>
              <a:ext uri="{96DAC541-7B7A-43D3-8B79-37D633B846F1}">
                <asvg:svgBlip xmlns:asvg="http://schemas.microsoft.com/office/drawing/2016/SVG/main" r:embed="R3bd6cde7b2164f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95500" y="2000250"/>
            <a:ext cx="6096000" cy="2181164"/>
          </a:xfrm>
          <a:prstGeom xmlns:a="http://schemas.openxmlformats.org/drawingml/2006/main" prst="rect">
            <a:avLst/>
          </a:prstGeom>
        </p:spPr>
      </p:pic>
      <p:sp>
        <p:nvSpPr>
          <p:cNvPr id="6" name="campo-azul">
            <a:extLst xmlns:a="http://schemas.openxmlformats.org/drawingml/2006/main">
              <a:ext uri="{FF2B5EF4-FFF2-40B4-BE49-F238E27FC236}">
                <a16:creationId xmlns:a16="http://schemas.microsoft.com/office/drawing/2014/main" id="{FFC0FFC3-4C94-420B-BA97-30D224B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0287000" cy="645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7" name="titulo-editavel">
            <a:extLst xmlns:a="http://schemas.openxmlformats.org/drawingml/2006/main">
              <a:ext uri="{FF2B5EF4-FFF2-40B4-BE49-F238E27FC236}">
                <a16:creationId xmlns:a16="http://schemas.microsoft.com/office/drawing/2014/main" id="{629999B1-8D58-456F-A075-0E21D68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05800"/>
            <a:ext cx="895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7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VANTAGENS DE COMPRAR</a:t>
            </a:r>
          </a:p>
          <a:p xmlns:a="http://schemas.openxmlformats.org/drawingml/2006/main">
            <a:pPr algn="ctr">
              <a:defRPr sz="37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7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 UM FABRICANTE ASSOCIADO</a:t>
            </a:r>
          </a:p>
        </p:txBody>
      </p:sp>
      <p:sp>
        <p:nvSpPr>
          <p:cNvPr id="8" name="destaque-editavel">
            <a:extLst xmlns:a="http://schemas.openxmlformats.org/drawingml/2006/main">
              <a:ext uri="{FF2B5EF4-FFF2-40B4-BE49-F238E27FC236}">
                <a16:creationId xmlns:a16="http://schemas.microsoft.com/office/drawing/2014/main" id="{DC5CFF46-AEF5-4133-9A1E-F6C326A7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À ANFATRE RV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6c2103c5c47a3">
            <a:extLst>
              <a:ext uri="{96DAC541-7B7A-43D3-8B79-37D633B846F1}">
                <asvg:svgBlip xmlns:asvg="http://schemas.microsoft.com/office/drawing/2016/SVG/main" r:embed="R1074db948e4646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3850" y="11796822"/>
            <a:ext cx="723900" cy="490428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e4067dbd042a2">
            <a:extLst>
              <a:ext uri="{96DAC541-7B7A-43D3-8B79-37D633B846F1}">
                <asvg:svgBlip xmlns:asvg="http://schemas.microsoft.com/office/drawing/2016/SVG/main" r:embed="Rb7737a2dd95d40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14450" y="11797605"/>
            <a:ext cx="723900" cy="48964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8518c9dd44456">
            <a:extLst>
              <a:ext uri="{96DAC541-7B7A-43D3-8B79-37D633B846F1}">
                <asvg:svgBlip xmlns:asvg="http://schemas.microsoft.com/office/drawing/2016/SVG/main" r:embed="R28a36a2c169c49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12082939"/>
            <a:ext cx="723900" cy="204311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ea0456f94481e">
            <a:extLst>
              <a:ext uri="{96DAC541-7B7A-43D3-8B79-37D633B846F1}">
                <asvg:svgBlip xmlns:asvg="http://schemas.microsoft.com/office/drawing/2016/SVG/main" r:embed="Rfc62d0c5c38d4b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95650" y="11779879"/>
            <a:ext cx="723900" cy="507371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49b5204e14377">
            <a:extLst>
              <a:ext uri="{96DAC541-7B7A-43D3-8B79-37D633B846F1}">
                <asvg:svgBlip xmlns:asvg="http://schemas.microsoft.com/office/drawing/2016/SVG/main" r:embed="R8430068960cb49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11862056"/>
            <a:ext cx="723900" cy="425194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db0e8f9c149c6">
            <a:extLst>
              <a:ext uri="{96DAC541-7B7A-43D3-8B79-37D633B846F1}">
                <asvg:svgBlip xmlns:asvg="http://schemas.microsoft.com/office/drawing/2016/SVG/main" r:embed="R8488216b308848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11762807"/>
            <a:ext cx="723900" cy="524443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d2dffd6834fe5">
            <a:extLst>
              <a:ext uri="{96DAC541-7B7A-43D3-8B79-37D633B846F1}">
                <asvg:svgBlip xmlns:asvg="http://schemas.microsoft.com/office/drawing/2016/SVG/main" r:embed="R267c027d2bea45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67450" y="11891791"/>
            <a:ext cx="723900" cy="39545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e8190c00d4a30">
            <a:extLst>
              <a:ext uri="{96DAC541-7B7A-43D3-8B79-37D633B846F1}">
                <asvg:svgBlip xmlns:asvg="http://schemas.microsoft.com/office/drawing/2016/SVG/main" r:embed="R636caafe64e54f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58050" y="11790578"/>
            <a:ext cx="723900" cy="496672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7362aa05c40e3">
            <a:extLst>
              <a:ext uri="{96DAC541-7B7A-43D3-8B79-37D633B846F1}">
                <asvg:svgBlip xmlns:asvg="http://schemas.microsoft.com/office/drawing/2016/SVG/main" r:embed="R678f2ad328a642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48650" y="11945043"/>
            <a:ext cx="723900" cy="342207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bf71dcf2e47de">
            <a:extLst>
              <a:ext uri="{96DAC541-7B7A-43D3-8B79-37D633B846F1}">
                <asvg:svgBlip xmlns:asvg="http://schemas.microsoft.com/office/drawing/2016/SVG/main" r:embed="R70634b3d7aff4f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39250" y="11867683"/>
            <a:ext cx="723900" cy="419567"/>
          </a:xfrm>
          <a:prstGeom xmlns:a="http://schemas.openxmlformats.org/drawingml/2006/main" prst="rect">
            <a:avLst/>
          </a:prstGeom>
        </p:spPr>
      </p:pic>
      <p:sp>
        <p:nvSpPr>
          <p:cNvPr id="19" name="barra-inferior-azul">
            <a:extLst xmlns:a="http://schemas.openxmlformats.org/drawingml/2006/main">
              <a:ext uri="{FF2B5EF4-FFF2-40B4-BE49-F238E27FC236}">
                <a16:creationId xmlns:a16="http://schemas.microsoft.com/office/drawing/2014/main" id="{E20D7274-C2CD-462F-B110-E8DB3F7A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0" name="barra-inferior-verde">
            <a:extLst xmlns:a="http://schemas.openxmlformats.org/drawingml/2006/main">
              <a:ext uri="{FF2B5EF4-FFF2-40B4-BE49-F238E27FC236}">
                <a16:creationId xmlns:a16="http://schemas.microsoft.com/office/drawing/2014/main" id="{E142705A-E09D-4DD4-8FFC-4807A67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725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21" name="barra-inferior-amarelo">
            <a:extLst xmlns:a="http://schemas.openxmlformats.org/drawingml/2006/main">
              <a:ext uri="{FF2B5EF4-FFF2-40B4-BE49-F238E27FC236}">
                <a16:creationId xmlns:a16="http://schemas.microsoft.com/office/drawing/2014/main" id="{73CFF913-D718-4752-8FF2-FD72A683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72540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7208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2026-08-11T19:17:27.0450000Z</dcterms:created>
  <dcterms:modified xsi:type="dcterms:W3CDTF">2026-08-11T19:17:27.0450000Z</dcterms:modified>
</coreProperties>
</file>