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8" r:id="rId3"/>
    <p:sldId id="257" r:id="rId4"/>
    <p:sldId id="262" r:id="rId5"/>
    <p:sldId id="263" r:id="rId6"/>
    <p:sldId id="264" r:id="rId7"/>
    <p:sldId id="269" r:id="rId8"/>
    <p:sldId id="270" r:id="rId9"/>
    <p:sldId id="259" r:id="rId10"/>
    <p:sldId id="260" r:id="rId11"/>
    <p:sldId id="261" r:id="rId12"/>
    <p:sldId id="265" r:id="rId13"/>
    <p:sldId id="266" r:id="rId14"/>
    <p:sldId id="267" r:id="rId15"/>
    <p:sldId id="271" r:id="rId16"/>
  </p:sldIdLst>
  <p:sldSz cx="9144000" cy="11430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9942"/>
    <a:srgbClr val="FBD037"/>
    <a:srgbClr val="2778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03"/>
    <p:restoredTop sz="94743"/>
  </p:normalViewPr>
  <p:slideViewPr>
    <p:cSldViewPr snapToGrid="0">
      <p:cViewPr>
        <p:scale>
          <a:sx n="61" d="100"/>
          <a:sy n="61" d="100"/>
        </p:scale>
        <p:origin x="4944" y="9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870605"/>
            <a:ext cx="7772400" cy="397933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6003397"/>
            <a:ext cx="6858000" cy="275960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5204D-AB63-704E-AC1A-2123C3BE0DAF}" type="datetimeFigureOut">
              <a:rPr lang="en-BR" smtClean="0"/>
              <a:t>13/08/26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80AB8-B572-C14E-9477-C418E78350E2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644685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5204D-AB63-704E-AC1A-2123C3BE0DAF}" type="datetimeFigureOut">
              <a:rPr lang="en-BR" smtClean="0"/>
              <a:t>13/08/26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80AB8-B572-C14E-9477-C418E78350E2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824096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2849566"/>
            <a:ext cx="7886700" cy="475456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7649107"/>
            <a:ext cx="7886700" cy="250031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5204D-AB63-704E-AC1A-2123C3BE0DAF}" type="datetimeFigureOut">
              <a:rPr lang="en-BR" smtClean="0"/>
              <a:t>13/08/26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80AB8-B572-C14E-9477-C418E78350E2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09576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3042708"/>
            <a:ext cx="3886200" cy="725223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3042708"/>
            <a:ext cx="3886200" cy="725223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5204D-AB63-704E-AC1A-2123C3BE0DAF}" type="datetimeFigureOut">
              <a:rPr lang="en-BR" smtClean="0"/>
              <a:t>13/08/26</a:t>
            </a:fld>
            <a:endParaRPr lang="en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80AB8-B572-C14E-9477-C418E78350E2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421097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608544"/>
            <a:ext cx="7886700" cy="22092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2801938"/>
            <a:ext cx="3868340" cy="13731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4175125"/>
            <a:ext cx="3868340" cy="61409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2801938"/>
            <a:ext cx="3887391" cy="13731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4175125"/>
            <a:ext cx="3887391" cy="61409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5204D-AB63-704E-AC1A-2123C3BE0DAF}" type="datetimeFigureOut">
              <a:rPr lang="en-BR" smtClean="0"/>
              <a:t>13/08/26</a:t>
            </a:fld>
            <a:endParaRPr lang="en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80AB8-B572-C14E-9477-C418E78350E2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044027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5204D-AB63-704E-AC1A-2123C3BE0DAF}" type="datetimeFigureOut">
              <a:rPr lang="en-BR" smtClean="0"/>
              <a:t>13/08/26</a:t>
            </a:fld>
            <a:endParaRPr lang="en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80AB8-B572-C14E-9477-C418E78350E2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252201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5204D-AB63-704E-AC1A-2123C3BE0DAF}" type="datetimeFigureOut">
              <a:rPr lang="en-BR" smtClean="0"/>
              <a:t>13/08/26</a:t>
            </a:fld>
            <a:endParaRPr lang="en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80AB8-B572-C14E-9477-C418E78350E2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144633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762000"/>
            <a:ext cx="2949178" cy="26670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1645711"/>
            <a:ext cx="4629150" cy="812270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3429000"/>
            <a:ext cx="2949178" cy="635264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5204D-AB63-704E-AC1A-2123C3BE0DAF}" type="datetimeFigureOut">
              <a:rPr lang="en-BR" smtClean="0"/>
              <a:t>13/08/26</a:t>
            </a:fld>
            <a:endParaRPr lang="en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80AB8-B572-C14E-9477-C418E78350E2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3498031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762000"/>
            <a:ext cx="2949178" cy="26670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1645711"/>
            <a:ext cx="4629150" cy="812270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3429000"/>
            <a:ext cx="2949178" cy="635264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5204D-AB63-704E-AC1A-2123C3BE0DAF}" type="datetimeFigureOut">
              <a:rPr lang="en-BR" smtClean="0"/>
              <a:t>13/08/26</a:t>
            </a:fld>
            <a:endParaRPr lang="en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80AB8-B572-C14E-9477-C418E78350E2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578617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5204D-AB63-704E-AC1A-2123C3BE0DAF}" type="datetimeFigureOut">
              <a:rPr lang="en-BR" smtClean="0"/>
              <a:t>13/08/26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80AB8-B572-C14E-9477-C418E78350E2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331907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608541"/>
            <a:ext cx="1971675" cy="968639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608541"/>
            <a:ext cx="5800725" cy="968639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5204D-AB63-704E-AC1A-2123C3BE0DAF}" type="datetimeFigureOut">
              <a:rPr lang="en-BR" smtClean="0"/>
              <a:t>13/08/26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80AB8-B572-C14E-9477-C418E78350E2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8189134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608544"/>
            <a:ext cx="7886700" cy="22092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3042708"/>
            <a:ext cx="7886700" cy="72522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10593919"/>
            <a:ext cx="2057400" cy="6085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E5204D-AB63-704E-AC1A-2123C3BE0DAF}" type="datetimeFigureOut">
              <a:rPr lang="en-BR" smtClean="0"/>
              <a:t>13/08/26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10593919"/>
            <a:ext cx="3086100" cy="6085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10593919"/>
            <a:ext cx="2057400" cy="6085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F80AB8-B572-C14E-9477-C418E78350E2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4278920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erson writing in a notebook in front of a camper&#10;&#10;Description automatically generated">
            <a:extLst>
              <a:ext uri="{FF2B5EF4-FFF2-40B4-BE49-F238E27FC236}">
                <a16:creationId xmlns:a16="http://schemas.microsoft.com/office/drawing/2014/main" id="{E63E0E04-CB2E-7050-E4FF-19E7ED3F1E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1C0A2AA-79A3-A6DA-63D1-6BF0086E9773}"/>
              </a:ext>
            </a:extLst>
          </p:cNvPr>
          <p:cNvSpPr/>
          <p:nvPr/>
        </p:nvSpPr>
        <p:spPr>
          <a:xfrm>
            <a:off x="899891" y="884589"/>
            <a:ext cx="7344218" cy="3777352"/>
          </a:xfrm>
          <a:prstGeom prst="rect">
            <a:avLst/>
          </a:prstGeom>
          <a:solidFill>
            <a:srgbClr val="2899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4B79D4-8468-B2E5-2E87-1A66BAD203C0}"/>
              </a:ext>
            </a:extLst>
          </p:cNvPr>
          <p:cNvSpPr txBox="1"/>
          <p:nvPr/>
        </p:nvSpPr>
        <p:spPr>
          <a:xfrm>
            <a:off x="1783830" y="1951108"/>
            <a:ext cx="5531370" cy="46096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BR" dirty="0">
                <a:solidFill>
                  <a:schemeClr val="bg1"/>
                </a:solidFill>
                <a:latin typeface="Montserrat" pitchFamily="2" charset="77"/>
              </a:rPr>
              <a:t>TEXTO COM 1 LINHA, TEXTO COM 1 LINHA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9210A0B-1BBC-F4BE-0A1B-BEFCA1744338}"/>
              </a:ext>
            </a:extLst>
          </p:cNvPr>
          <p:cNvSpPr txBox="1"/>
          <p:nvPr/>
        </p:nvSpPr>
        <p:spPr>
          <a:xfrm>
            <a:off x="1806315" y="2429552"/>
            <a:ext cx="5531370" cy="175432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5400" b="1" dirty="0">
                <a:solidFill>
                  <a:srgbClr val="FBD037"/>
                </a:solidFill>
                <a:latin typeface="Montserrat" pitchFamily="2" charset="77"/>
              </a:rPr>
              <a:t>CONTE COM</a:t>
            </a:r>
          </a:p>
          <a:p>
            <a:pPr algn="ctr"/>
            <a:r>
              <a:rPr lang="en-US" sz="5400" b="1" dirty="0">
                <a:solidFill>
                  <a:srgbClr val="FBD037"/>
                </a:solidFill>
                <a:latin typeface="Montserrat" pitchFamily="2" charset="77"/>
              </a:rPr>
              <a:t>A ANFATRE!</a:t>
            </a:r>
            <a:endParaRPr lang="en-BR" sz="3200" dirty="0">
              <a:latin typeface="Montserrat" pitchFamily="2" charset="77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DA3A30-6B9B-965D-EF90-633185DF38F1}"/>
              </a:ext>
            </a:extLst>
          </p:cNvPr>
          <p:cNvSpPr/>
          <p:nvPr/>
        </p:nvSpPr>
        <p:spPr>
          <a:xfrm>
            <a:off x="899891" y="884589"/>
            <a:ext cx="7349587" cy="110836"/>
          </a:xfrm>
          <a:prstGeom prst="rect">
            <a:avLst/>
          </a:prstGeom>
          <a:solidFill>
            <a:srgbClr val="FBD0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BF41499-5687-D7D2-FEF7-C37A708777D0}"/>
              </a:ext>
            </a:extLst>
          </p:cNvPr>
          <p:cNvSpPr/>
          <p:nvPr/>
        </p:nvSpPr>
        <p:spPr>
          <a:xfrm>
            <a:off x="899891" y="1076471"/>
            <a:ext cx="7349587" cy="64728"/>
          </a:xfrm>
          <a:prstGeom prst="rect">
            <a:avLst/>
          </a:prstGeom>
          <a:solidFill>
            <a:srgbClr val="FBD0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19AF74E-880E-0988-1BDE-578C5507A14E}"/>
              </a:ext>
            </a:extLst>
          </p:cNvPr>
          <p:cNvSpPr/>
          <p:nvPr/>
        </p:nvSpPr>
        <p:spPr>
          <a:xfrm>
            <a:off x="899891" y="1225241"/>
            <a:ext cx="7349587" cy="45719"/>
          </a:xfrm>
          <a:prstGeom prst="rect">
            <a:avLst/>
          </a:prstGeom>
          <a:solidFill>
            <a:srgbClr val="FBD0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7C127D8-ECDF-3786-9955-63A901340544}"/>
              </a:ext>
            </a:extLst>
          </p:cNvPr>
          <p:cNvSpPr/>
          <p:nvPr/>
        </p:nvSpPr>
        <p:spPr>
          <a:xfrm>
            <a:off x="899891" y="1396691"/>
            <a:ext cx="7349587" cy="45719"/>
          </a:xfrm>
          <a:prstGeom prst="rect">
            <a:avLst/>
          </a:prstGeom>
          <a:solidFill>
            <a:srgbClr val="FBD0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2D6F497-3E80-528E-4107-8C74F86FA92E}"/>
              </a:ext>
            </a:extLst>
          </p:cNvPr>
          <p:cNvSpPr/>
          <p:nvPr/>
        </p:nvSpPr>
        <p:spPr>
          <a:xfrm>
            <a:off x="899891" y="1550349"/>
            <a:ext cx="7349369" cy="28800"/>
          </a:xfrm>
          <a:prstGeom prst="rect">
            <a:avLst/>
          </a:prstGeom>
          <a:solidFill>
            <a:srgbClr val="FBD0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dirty="0"/>
          </a:p>
        </p:txBody>
      </p:sp>
    </p:spTree>
    <p:extLst>
      <p:ext uri="{BB962C8B-B14F-4D97-AF65-F5344CB8AC3E}">
        <p14:creationId xmlns:p14="http://schemas.microsoft.com/office/powerpoint/2010/main" val="20748576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12BA0-A573-0B4E-9947-C0956B7D4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erson writing in a notebook in front of a camper&#10;&#10;Description automatically generated">
            <a:extLst>
              <a:ext uri="{FF2B5EF4-FFF2-40B4-BE49-F238E27FC236}">
                <a16:creationId xmlns:a16="http://schemas.microsoft.com/office/drawing/2014/main" id="{B4435348-C6B7-0794-D14A-089AF7E3CF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97932F5-3814-3B62-AE9A-8F2CAB111493}"/>
              </a:ext>
            </a:extLst>
          </p:cNvPr>
          <p:cNvSpPr/>
          <p:nvPr/>
        </p:nvSpPr>
        <p:spPr>
          <a:xfrm>
            <a:off x="899891" y="884589"/>
            <a:ext cx="7344218" cy="3777352"/>
          </a:xfrm>
          <a:prstGeom prst="rect">
            <a:avLst/>
          </a:prstGeom>
          <a:solidFill>
            <a:srgbClr val="2899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53481B-01B7-836E-D9CD-96220AEA50CE}"/>
              </a:ext>
            </a:extLst>
          </p:cNvPr>
          <p:cNvSpPr txBox="1"/>
          <p:nvPr/>
        </p:nvSpPr>
        <p:spPr>
          <a:xfrm>
            <a:off x="1783830" y="1743359"/>
            <a:ext cx="5531370" cy="87645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BR" dirty="0">
                <a:solidFill>
                  <a:schemeClr val="bg1"/>
                </a:solidFill>
                <a:latin typeface="Montserrat" pitchFamily="2" charset="77"/>
              </a:rPr>
              <a:t>TEXTO COM 2 LINHAS, TEXTO COM 2 LINHAS, </a:t>
            </a:r>
          </a:p>
          <a:p>
            <a:pPr algn="ctr">
              <a:lnSpc>
                <a:spcPct val="150000"/>
              </a:lnSpc>
            </a:pPr>
            <a:r>
              <a:rPr lang="en-BR" dirty="0">
                <a:solidFill>
                  <a:schemeClr val="bg1"/>
                </a:solidFill>
                <a:latin typeface="Montserrat" pitchFamily="2" charset="77"/>
              </a:rPr>
              <a:t>TEXTO COM 2 LINHAS, TEXTO COM 2 LINHAS,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459836-26E8-7395-58FE-BCB0726FDAEF}"/>
              </a:ext>
            </a:extLst>
          </p:cNvPr>
          <p:cNvSpPr txBox="1"/>
          <p:nvPr/>
        </p:nvSpPr>
        <p:spPr>
          <a:xfrm>
            <a:off x="1806315" y="2653149"/>
            <a:ext cx="5531370" cy="175432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5400" b="1" dirty="0">
                <a:solidFill>
                  <a:srgbClr val="FBD037"/>
                </a:solidFill>
                <a:latin typeface="Montserrat" pitchFamily="2" charset="77"/>
              </a:rPr>
              <a:t>CONTE COM</a:t>
            </a:r>
          </a:p>
          <a:p>
            <a:pPr algn="ctr"/>
            <a:r>
              <a:rPr lang="en-US" sz="5400" b="1" dirty="0">
                <a:solidFill>
                  <a:srgbClr val="FBD037"/>
                </a:solidFill>
                <a:latin typeface="Montserrat" pitchFamily="2" charset="77"/>
              </a:rPr>
              <a:t>A ANFATRE!</a:t>
            </a:r>
            <a:endParaRPr lang="en-BR" sz="3200" dirty="0">
              <a:latin typeface="Montserrat" pitchFamily="2" charset="7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2F968EF-4881-15A2-F6D8-A18DC99ED3BF}"/>
              </a:ext>
            </a:extLst>
          </p:cNvPr>
          <p:cNvSpPr/>
          <p:nvPr/>
        </p:nvSpPr>
        <p:spPr>
          <a:xfrm>
            <a:off x="899891" y="884589"/>
            <a:ext cx="7349587" cy="110836"/>
          </a:xfrm>
          <a:prstGeom prst="rect">
            <a:avLst/>
          </a:prstGeom>
          <a:solidFill>
            <a:srgbClr val="FBD0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05B87B-27F3-B65E-3838-B58918AE2FB9}"/>
              </a:ext>
            </a:extLst>
          </p:cNvPr>
          <p:cNvSpPr/>
          <p:nvPr/>
        </p:nvSpPr>
        <p:spPr>
          <a:xfrm>
            <a:off x="899891" y="1076471"/>
            <a:ext cx="7349587" cy="64728"/>
          </a:xfrm>
          <a:prstGeom prst="rect">
            <a:avLst/>
          </a:prstGeom>
          <a:solidFill>
            <a:srgbClr val="FBD0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CC7350-469F-C8D0-9B1A-A2AC39AA6B40}"/>
              </a:ext>
            </a:extLst>
          </p:cNvPr>
          <p:cNvSpPr/>
          <p:nvPr/>
        </p:nvSpPr>
        <p:spPr>
          <a:xfrm>
            <a:off x="899891" y="1225241"/>
            <a:ext cx="7349587" cy="45719"/>
          </a:xfrm>
          <a:prstGeom prst="rect">
            <a:avLst/>
          </a:prstGeom>
          <a:solidFill>
            <a:srgbClr val="FBD0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226690C-105B-49B3-D151-6E67C47DB53C}"/>
              </a:ext>
            </a:extLst>
          </p:cNvPr>
          <p:cNvSpPr/>
          <p:nvPr/>
        </p:nvSpPr>
        <p:spPr>
          <a:xfrm>
            <a:off x="899891" y="1396691"/>
            <a:ext cx="7349587" cy="45719"/>
          </a:xfrm>
          <a:prstGeom prst="rect">
            <a:avLst/>
          </a:prstGeom>
          <a:solidFill>
            <a:srgbClr val="FBD0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82CBED0-E304-7CB0-48D1-0AA9CA2CB8BC}"/>
              </a:ext>
            </a:extLst>
          </p:cNvPr>
          <p:cNvSpPr/>
          <p:nvPr/>
        </p:nvSpPr>
        <p:spPr>
          <a:xfrm>
            <a:off x="899891" y="1550349"/>
            <a:ext cx="7349369" cy="28800"/>
          </a:xfrm>
          <a:prstGeom prst="rect">
            <a:avLst/>
          </a:prstGeom>
          <a:solidFill>
            <a:srgbClr val="FBD0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dirty="0"/>
          </a:p>
        </p:txBody>
      </p:sp>
    </p:spTree>
    <p:extLst>
      <p:ext uri="{BB962C8B-B14F-4D97-AF65-F5344CB8AC3E}">
        <p14:creationId xmlns:p14="http://schemas.microsoft.com/office/powerpoint/2010/main" val="3546827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0CFF9-894D-258C-136E-C06036165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erson writing in a notebook in front of a camper&#10;&#10;Description automatically generated">
            <a:extLst>
              <a:ext uri="{FF2B5EF4-FFF2-40B4-BE49-F238E27FC236}">
                <a16:creationId xmlns:a16="http://schemas.microsoft.com/office/drawing/2014/main" id="{0666CE9C-2E66-D9F2-CAEA-F1A207D6F2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89C0653-2EA7-E721-50B9-81E90175EA10}"/>
              </a:ext>
            </a:extLst>
          </p:cNvPr>
          <p:cNvSpPr/>
          <p:nvPr/>
        </p:nvSpPr>
        <p:spPr>
          <a:xfrm>
            <a:off x="899891" y="884589"/>
            <a:ext cx="7344218" cy="4471620"/>
          </a:xfrm>
          <a:prstGeom prst="rect">
            <a:avLst/>
          </a:prstGeom>
          <a:solidFill>
            <a:srgbClr val="2899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37C32E-B8C1-A922-A3F1-389B3DF69407}"/>
              </a:ext>
            </a:extLst>
          </p:cNvPr>
          <p:cNvSpPr txBox="1"/>
          <p:nvPr/>
        </p:nvSpPr>
        <p:spPr>
          <a:xfrm>
            <a:off x="1783830" y="1842917"/>
            <a:ext cx="5531370" cy="129195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BR" dirty="0">
                <a:solidFill>
                  <a:schemeClr val="bg1"/>
                </a:solidFill>
                <a:latin typeface="Montserrat" pitchFamily="2" charset="77"/>
              </a:rPr>
              <a:t>TEXTO COM 3 LINHAS, TEXTO COM 3 LINHAS, </a:t>
            </a:r>
          </a:p>
          <a:p>
            <a:pPr algn="ctr">
              <a:lnSpc>
                <a:spcPct val="150000"/>
              </a:lnSpc>
            </a:pPr>
            <a:r>
              <a:rPr lang="en-BR" dirty="0">
                <a:solidFill>
                  <a:schemeClr val="bg1"/>
                </a:solidFill>
                <a:latin typeface="Montserrat" pitchFamily="2" charset="77"/>
              </a:rPr>
              <a:t>TEXTO COM 3 LINHAS, TEXTO COM 3 LINHAS, </a:t>
            </a:r>
          </a:p>
          <a:p>
            <a:pPr algn="ctr">
              <a:lnSpc>
                <a:spcPct val="150000"/>
              </a:lnSpc>
            </a:pPr>
            <a:r>
              <a:rPr lang="en-BR" dirty="0">
                <a:solidFill>
                  <a:schemeClr val="bg1"/>
                </a:solidFill>
                <a:latin typeface="Montserrat" pitchFamily="2" charset="77"/>
              </a:rPr>
              <a:t>TEXTO COM 3 LINHAS, TEXTO COM 3 LINHAS,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10A3A84-55F4-659C-7C33-2536DC8E5B2A}"/>
              </a:ext>
            </a:extLst>
          </p:cNvPr>
          <p:cNvSpPr txBox="1"/>
          <p:nvPr/>
        </p:nvSpPr>
        <p:spPr>
          <a:xfrm>
            <a:off x="2048031" y="3169131"/>
            <a:ext cx="5002967" cy="193899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000" b="1" dirty="0">
                <a:solidFill>
                  <a:srgbClr val="FBD037"/>
                </a:solidFill>
                <a:latin typeface="Montserrat" pitchFamily="2" charset="77"/>
              </a:rPr>
              <a:t>CONTE COM</a:t>
            </a:r>
          </a:p>
          <a:p>
            <a:pPr algn="ctr"/>
            <a:r>
              <a:rPr lang="en-US" sz="4000" b="1" dirty="0">
                <a:solidFill>
                  <a:srgbClr val="FBD037"/>
                </a:solidFill>
                <a:latin typeface="Montserrat" pitchFamily="2" charset="77"/>
              </a:rPr>
              <a:t>A ANFATRE! </a:t>
            </a:r>
          </a:p>
          <a:p>
            <a:pPr algn="ctr"/>
            <a:r>
              <a:rPr lang="en-US" sz="4000" b="1" dirty="0">
                <a:solidFill>
                  <a:srgbClr val="FBD037"/>
                </a:solidFill>
                <a:latin typeface="Montserrat" pitchFamily="2" charset="77"/>
              </a:rPr>
              <a:t>MAIS UMA LINHA</a:t>
            </a:r>
            <a:endParaRPr lang="en-BR" sz="2000" dirty="0">
              <a:latin typeface="Montserrat" pitchFamily="2" charset="7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A9D677-0F1E-1518-BCDB-402D74DEAC14}"/>
              </a:ext>
            </a:extLst>
          </p:cNvPr>
          <p:cNvSpPr/>
          <p:nvPr/>
        </p:nvSpPr>
        <p:spPr>
          <a:xfrm>
            <a:off x="899891" y="884589"/>
            <a:ext cx="7349587" cy="110836"/>
          </a:xfrm>
          <a:prstGeom prst="rect">
            <a:avLst/>
          </a:prstGeom>
          <a:solidFill>
            <a:srgbClr val="FBD0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59DA0E3-DD9D-7135-FFB8-D605A1A734B7}"/>
              </a:ext>
            </a:extLst>
          </p:cNvPr>
          <p:cNvSpPr/>
          <p:nvPr/>
        </p:nvSpPr>
        <p:spPr>
          <a:xfrm>
            <a:off x="899891" y="1076471"/>
            <a:ext cx="7349587" cy="64728"/>
          </a:xfrm>
          <a:prstGeom prst="rect">
            <a:avLst/>
          </a:prstGeom>
          <a:solidFill>
            <a:srgbClr val="FBD0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3E81A2F-89D5-31B1-4544-211E59F9A3DC}"/>
              </a:ext>
            </a:extLst>
          </p:cNvPr>
          <p:cNvSpPr/>
          <p:nvPr/>
        </p:nvSpPr>
        <p:spPr>
          <a:xfrm>
            <a:off x="899891" y="1225241"/>
            <a:ext cx="7349587" cy="45719"/>
          </a:xfrm>
          <a:prstGeom prst="rect">
            <a:avLst/>
          </a:prstGeom>
          <a:solidFill>
            <a:srgbClr val="FBD0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B2EFEF5-77CE-54C0-3AD2-32BD1FF2A9F8}"/>
              </a:ext>
            </a:extLst>
          </p:cNvPr>
          <p:cNvSpPr/>
          <p:nvPr/>
        </p:nvSpPr>
        <p:spPr>
          <a:xfrm>
            <a:off x="899891" y="1396691"/>
            <a:ext cx="7349587" cy="45719"/>
          </a:xfrm>
          <a:prstGeom prst="rect">
            <a:avLst/>
          </a:prstGeom>
          <a:solidFill>
            <a:srgbClr val="FBD0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1882711-0568-4CA5-12CC-1B2BB0290393}"/>
              </a:ext>
            </a:extLst>
          </p:cNvPr>
          <p:cNvSpPr/>
          <p:nvPr/>
        </p:nvSpPr>
        <p:spPr>
          <a:xfrm>
            <a:off x="899891" y="1550349"/>
            <a:ext cx="7349369" cy="28800"/>
          </a:xfrm>
          <a:prstGeom prst="rect">
            <a:avLst/>
          </a:prstGeom>
          <a:solidFill>
            <a:srgbClr val="FBD0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dirty="0"/>
          </a:p>
        </p:txBody>
      </p:sp>
    </p:spTree>
    <p:extLst>
      <p:ext uri="{BB962C8B-B14F-4D97-AF65-F5344CB8AC3E}">
        <p14:creationId xmlns:p14="http://schemas.microsoft.com/office/powerpoint/2010/main" val="2736274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BB128-FF20-13FD-AD1D-B894E22A3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erson writing in a notebook in front of a camper&#10;&#10;Description automatically generated">
            <a:extLst>
              <a:ext uri="{FF2B5EF4-FFF2-40B4-BE49-F238E27FC236}">
                <a16:creationId xmlns:a16="http://schemas.microsoft.com/office/drawing/2014/main" id="{5F9F1F3F-DF8A-34DD-3367-6871041D27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406E284-AE90-E905-EB23-AAABFB656630}"/>
              </a:ext>
            </a:extLst>
          </p:cNvPr>
          <p:cNvSpPr/>
          <p:nvPr/>
        </p:nvSpPr>
        <p:spPr>
          <a:xfrm>
            <a:off x="899891" y="884589"/>
            <a:ext cx="7344218" cy="3777352"/>
          </a:xfrm>
          <a:prstGeom prst="rect">
            <a:avLst/>
          </a:prstGeom>
          <a:solidFill>
            <a:srgbClr val="2899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46948C1-6C5E-2382-FE21-0337BAF421EB}"/>
              </a:ext>
            </a:extLst>
          </p:cNvPr>
          <p:cNvSpPr txBox="1"/>
          <p:nvPr/>
        </p:nvSpPr>
        <p:spPr>
          <a:xfrm>
            <a:off x="1783830" y="3610844"/>
            <a:ext cx="5531370" cy="46096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BR" dirty="0">
                <a:solidFill>
                  <a:schemeClr val="bg1"/>
                </a:solidFill>
                <a:latin typeface="Montserrat" pitchFamily="2" charset="77"/>
              </a:rPr>
              <a:t>TEXTO COM 1 LINHA, TEXTO COM 1 LINHA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A650531-DA23-4E72-D5DB-6B90CDC092F9}"/>
              </a:ext>
            </a:extLst>
          </p:cNvPr>
          <p:cNvSpPr txBox="1"/>
          <p:nvPr/>
        </p:nvSpPr>
        <p:spPr>
          <a:xfrm>
            <a:off x="1806315" y="1803359"/>
            <a:ext cx="5531370" cy="175432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5400" b="1" dirty="0">
                <a:solidFill>
                  <a:srgbClr val="FBD037"/>
                </a:solidFill>
                <a:latin typeface="Montserrat" pitchFamily="2" charset="77"/>
              </a:rPr>
              <a:t>CONTE COM</a:t>
            </a:r>
          </a:p>
          <a:p>
            <a:pPr algn="ctr"/>
            <a:r>
              <a:rPr lang="en-US" sz="5400" b="1" dirty="0">
                <a:solidFill>
                  <a:srgbClr val="FBD037"/>
                </a:solidFill>
                <a:latin typeface="Montserrat" pitchFamily="2" charset="77"/>
              </a:rPr>
              <a:t>A ANFATRE!</a:t>
            </a:r>
            <a:endParaRPr lang="en-BR" sz="3200" dirty="0">
              <a:latin typeface="Montserrat" pitchFamily="2" charset="7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70DA5A3-E84B-1468-AB7D-FCCFD1FA9C7D}"/>
              </a:ext>
            </a:extLst>
          </p:cNvPr>
          <p:cNvSpPr/>
          <p:nvPr/>
        </p:nvSpPr>
        <p:spPr>
          <a:xfrm>
            <a:off x="899891" y="884589"/>
            <a:ext cx="7349587" cy="110836"/>
          </a:xfrm>
          <a:prstGeom prst="rect">
            <a:avLst/>
          </a:prstGeom>
          <a:solidFill>
            <a:srgbClr val="FBD0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56A02C-706B-741D-5B3D-58023DB326D3}"/>
              </a:ext>
            </a:extLst>
          </p:cNvPr>
          <p:cNvSpPr/>
          <p:nvPr/>
        </p:nvSpPr>
        <p:spPr>
          <a:xfrm>
            <a:off x="899891" y="1076471"/>
            <a:ext cx="7349587" cy="64728"/>
          </a:xfrm>
          <a:prstGeom prst="rect">
            <a:avLst/>
          </a:prstGeom>
          <a:solidFill>
            <a:srgbClr val="FBD0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E629B2-4D7A-4630-DC09-6C017D7EF01B}"/>
              </a:ext>
            </a:extLst>
          </p:cNvPr>
          <p:cNvSpPr/>
          <p:nvPr/>
        </p:nvSpPr>
        <p:spPr>
          <a:xfrm>
            <a:off x="899891" y="1225241"/>
            <a:ext cx="7349587" cy="45719"/>
          </a:xfrm>
          <a:prstGeom prst="rect">
            <a:avLst/>
          </a:prstGeom>
          <a:solidFill>
            <a:srgbClr val="FBD0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7F87C0B-E03E-9F27-24CB-4CE4478B38D0}"/>
              </a:ext>
            </a:extLst>
          </p:cNvPr>
          <p:cNvSpPr/>
          <p:nvPr/>
        </p:nvSpPr>
        <p:spPr>
          <a:xfrm>
            <a:off x="899891" y="1396691"/>
            <a:ext cx="7349587" cy="45719"/>
          </a:xfrm>
          <a:prstGeom prst="rect">
            <a:avLst/>
          </a:prstGeom>
          <a:solidFill>
            <a:srgbClr val="FBD0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7A23E17-0B0C-C477-258F-74450CE1D958}"/>
              </a:ext>
            </a:extLst>
          </p:cNvPr>
          <p:cNvSpPr/>
          <p:nvPr/>
        </p:nvSpPr>
        <p:spPr>
          <a:xfrm>
            <a:off x="899891" y="1550349"/>
            <a:ext cx="7349369" cy="28800"/>
          </a:xfrm>
          <a:prstGeom prst="rect">
            <a:avLst/>
          </a:prstGeom>
          <a:solidFill>
            <a:srgbClr val="FBD0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dirty="0"/>
          </a:p>
        </p:txBody>
      </p:sp>
    </p:spTree>
    <p:extLst>
      <p:ext uri="{BB962C8B-B14F-4D97-AF65-F5344CB8AC3E}">
        <p14:creationId xmlns:p14="http://schemas.microsoft.com/office/powerpoint/2010/main" val="6187854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1BF78-21A2-030A-6101-045FF599D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erson writing in a notebook in front of a camper&#10;&#10;Description automatically generated">
            <a:extLst>
              <a:ext uri="{FF2B5EF4-FFF2-40B4-BE49-F238E27FC236}">
                <a16:creationId xmlns:a16="http://schemas.microsoft.com/office/drawing/2014/main" id="{83B93BD2-226E-0C9F-30FF-E9AAA0D296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AC75024-2D23-02FF-094D-811CACFBA4D8}"/>
              </a:ext>
            </a:extLst>
          </p:cNvPr>
          <p:cNvSpPr/>
          <p:nvPr/>
        </p:nvSpPr>
        <p:spPr>
          <a:xfrm>
            <a:off x="899891" y="884589"/>
            <a:ext cx="7344218" cy="3777352"/>
          </a:xfrm>
          <a:prstGeom prst="rect">
            <a:avLst/>
          </a:prstGeom>
          <a:solidFill>
            <a:srgbClr val="2899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ECBB0EF-4100-F58B-08B8-6927E364944C}"/>
              </a:ext>
            </a:extLst>
          </p:cNvPr>
          <p:cNvSpPr txBox="1"/>
          <p:nvPr/>
        </p:nvSpPr>
        <p:spPr>
          <a:xfrm>
            <a:off x="1783830" y="3480623"/>
            <a:ext cx="5531370" cy="87645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BR" dirty="0">
                <a:solidFill>
                  <a:schemeClr val="bg1"/>
                </a:solidFill>
                <a:latin typeface="Montserrat" pitchFamily="2" charset="77"/>
              </a:rPr>
              <a:t>TEXTO COM 2 LINHAS, TEXTO COM 2 LINHAS, </a:t>
            </a:r>
          </a:p>
          <a:p>
            <a:pPr algn="ctr">
              <a:lnSpc>
                <a:spcPct val="150000"/>
              </a:lnSpc>
            </a:pPr>
            <a:r>
              <a:rPr lang="en-BR" dirty="0">
                <a:solidFill>
                  <a:schemeClr val="bg1"/>
                </a:solidFill>
                <a:latin typeface="Montserrat" pitchFamily="2" charset="77"/>
              </a:rPr>
              <a:t>TEXTO COM 2 LINHAS, TEXTO COM 2 LINHAS,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FC220B-B432-8489-B295-DF1002BC467B}"/>
              </a:ext>
            </a:extLst>
          </p:cNvPr>
          <p:cNvSpPr txBox="1"/>
          <p:nvPr/>
        </p:nvSpPr>
        <p:spPr>
          <a:xfrm>
            <a:off x="1806315" y="1732665"/>
            <a:ext cx="5531370" cy="175432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5400" b="1" dirty="0">
                <a:solidFill>
                  <a:srgbClr val="FBD037"/>
                </a:solidFill>
                <a:latin typeface="Montserrat" pitchFamily="2" charset="77"/>
              </a:rPr>
              <a:t>CONTE COM</a:t>
            </a:r>
          </a:p>
          <a:p>
            <a:pPr algn="ctr"/>
            <a:r>
              <a:rPr lang="en-US" sz="5400" b="1" dirty="0">
                <a:solidFill>
                  <a:srgbClr val="FBD037"/>
                </a:solidFill>
                <a:latin typeface="Montserrat" pitchFamily="2" charset="77"/>
              </a:rPr>
              <a:t>A ANFATRE!</a:t>
            </a:r>
            <a:endParaRPr lang="en-BR" sz="3200" dirty="0">
              <a:latin typeface="Montserrat" pitchFamily="2" charset="7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376E9BB-0465-685F-CDB3-1765F59EE874}"/>
              </a:ext>
            </a:extLst>
          </p:cNvPr>
          <p:cNvSpPr/>
          <p:nvPr/>
        </p:nvSpPr>
        <p:spPr>
          <a:xfrm>
            <a:off x="899891" y="884589"/>
            <a:ext cx="7349587" cy="110836"/>
          </a:xfrm>
          <a:prstGeom prst="rect">
            <a:avLst/>
          </a:prstGeom>
          <a:solidFill>
            <a:srgbClr val="FBD0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4751D6-1E34-36B7-C7EA-295F92FBA666}"/>
              </a:ext>
            </a:extLst>
          </p:cNvPr>
          <p:cNvSpPr/>
          <p:nvPr/>
        </p:nvSpPr>
        <p:spPr>
          <a:xfrm>
            <a:off x="899891" y="1076471"/>
            <a:ext cx="7349587" cy="64728"/>
          </a:xfrm>
          <a:prstGeom prst="rect">
            <a:avLst/>
          </a:prstGeom>
          <a:solidFill>
            <a:srgbClr val="FBD0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F3217B-C82A-DC3C-5922-E6113238306A}"/>
              </a:ext>
            </a:extLst>
          </p:cNvPr>
          <p:cNvSpPr/>
          <p:nvPr/>
        </p:nvSpPr>
        <p:spPr>
          <a:xfrm>
            <a:off x="899891" y="1225241"/>
            <a:ext cx="7349587" cy="45719"/>
          </a:xfrm>
          <a:prstGeom prst="rect">
            <a:avLst/>
          </a:prstGeom>
          <a:solidFill>
            <a:srgbClr val="FBD0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08450D-32A5-F7EB-6557-4BB8A630A2D6}"/>
              </a:ext>
            </a:extLst>
          </p:cNvPr>
          <p:cNvSpPr/>
          <p:nvPr/>
        </p:nvSpPr>
        <p:spPr>
          <a:xfrm>
            <a:off x="899891" y="1396691"/>
            <a:ext cx="7349587" cy="45719"/>
          </a:xfrm>
          <a:prstGeom prst="rect">
            <a:avLst/>
          </a:prstGeom>
          <a:solidFill>
            <a:srgbClr val="FBD0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7384637-3D7C-9EB7-365D-1D12290E1063}"/>
              </a:ext>
            </a:extLst>
          </p:cNvPr>
          <p:cNvSpPr/>
          <p:nvPr/>
        </p:nvSpPr>
        <p:spPr>
          <a:xfrm>
            <a:off x="899891" y="1550349"/>
            <a:ext cx="7349369" cy="28800"/>
          </a:xfrm>
          <a:prstGeom prst="rect">
            <a:avLst/>
          </a:prstGeom>
          <a:solidFill>
            <a:srgbClr val="FBD0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dirty="0"/>
          </a:p>
        </p:txBody>
      </p:sp>
    </p:spTree>
    <p:extLst>
      <p:ext uri="{BB962C8B-B14F-4D97-AF65-F5344CB8AC3E}">
        <p14:creationId xmlns:p14="http://schemas.microsoft.com/office/powerpoint/2010/main" val="31225831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100DE-33A9-B2E3-D2DE-7E864D4D8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erson writing in a notebook in front of a camper&#10;&#10;Description automatically generated">
            <a:extLst>
              <a:ext uri="{FF2B5EF4-FFF2-40B4-BE49-F238E27FC236}">
                <a16:creationId xmlns:a16="http://schemas.microsoft.com/office/drawing/2014/main" id="{B453D38E-E282-DCA1-F84A-6DFFE98CC8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F209A8E-7919-31E0-74A8-0A6DC73959BB}"/>
              </a:ext>
            </a:extLst>
          </p:cNvPr>
          <p:cNvSpPr/>
          <p:nvPr/>
        </p:nvSpPr>
        <p:spPr>
          <a:xfrm>
            <a:off x="899891" y="884589"/>
            <a:ext cx="7344218" cy="4471620"/>
          </a:xfrm>
          <a:prstGeom prst="rect">
            <a:avLst/>
          </a:prstGeom>
          <a:solidFill>
            <a:srgbClr val="2899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53FEC5-F871-95F6-AF4D-38A2CE27BC80}"/>
              </a:ext>
            </a:extLst>
          </p:cNvPr>
          <p:cNvSpPr txBox="1"/>
          <p:nvPr/>
        </p:nvSpPr>
        <p:spPr>
          <a:xfrm>
            <a:off x="1783830" y="3688045"/>
            <a:ext cx="5531370" cy="129195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BR" dirty="0">
                <a:solidFill>
                  <a:schemeClr val="bg1"/>
                </a:solidFill>
                <a:latin typeface="Montserrat" pitchFamily="2" charset="77"/>
              </a:rPr>
              <a:t>TEXTO COM 3 LINHAS, TEXTO COM 3 LINHAS, </a:t>
            </a:r>
          </a:p>
          <a:p>
            <a:pPr algn="ctr">
              <a:lnSpc>
                <a:spcPct val="150000"/>
              </a:lnSpc>
            </a:pPr>
            <a:r>
              <a:rPr lang="en-BR" dirty="0">
                <a:solidFill>
                  <a:schemeClr val="bg1"/>
                </a:solidFill>
                <a:latin typeface="Montserrat" pitchFamily="2" charset="77"/>
              </a:rPr>
              <a:t>TEXTO COM 3 LINHAS, TEXTO COM 3 LINHAS, </a:t>
            </a:r>
          </a:p>
          <a:p>
            <a:pPr algn="ctr">
              <a:lnSpc>
                <a:spcPct val="150000"/>
              </a:lnSpc>
            </a:pPr>
            <a:r>
              <a:rPr lang="en-BR" dirty="0">
                <a:solidFill>
                  <a:schemeClr val="bg1"/>
                </a:solidFill>
                <a:latin typeface="Montserrat" pitchFamily="2" charset="77"/>
              </a:rPr>
              <a:t>TEXTO COM 3 LINHAS, TEXTO COM 3 LINHAS,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DAC628-F2C3-C6BC-BF75-C780485DEF62}"/>
              </a:ext>
            </a:extLst>
          </p:cNvPr>
          <p:cNvSpPr txBox="1"/>
          <p:nvPr/>
        </p:nvSpPr>
        <p:spPr>
          <a:xfrm>
            <a:off x="2048031" y="1843647"/>
            <a:ext cx="5002967" cy="193899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000" b="1" dirty="0">
                <a:solidFill>
                  <a:srgbClr val="FBD037"/>
                </a:solidFill>
                <a:latin typeface="Montserrat" pitchFamily="2" charset="77"/>
              </a:rPr>
              <a:t>CONTE COM</a:t>
            </a:r>
          </a:p>
          <a:p>
            <a:pPr algn="ctr"/>
            <a:r>
              <a:rPr lang="en-US" sz="4000" b="1" dirty="0">
                <a:solidFill>
                  <a:srgbClr val="FBD037"/>
                </a:solidFill>
                <a:latin typeface="Montserrat" pitchFamily="2" charset="77"/>
              </a:rPr>
              <a:t>A ANFATRE! </a:t>
            </a:r>
          </a:p>
          <a:p>
            <a:pPr algn="ctr"/>
            <a:r>
              <a:rPr lang="en-US" sz="4000" b="1" dirty="0">
                <a:solidFill>
                  <a:srgbClr val="FBD037"/>
                </a:solidFill>
                <a:latin typeface="Montserrat" pitchFamily="2" charset="77"/>
              </a:rPr>
              <a:t>MAIS UMA LINHA</a:t>
            </a:r>
            <a:endParaRPr lang="en-BR" sz="2000" dirty="0">
              <a:latin typeface="Montserrat" pitchFamily="2" charset="7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234ACEC-8C33-C43D-14D3-03786554710D}"/>
              </a:ext>
            </a:extLst>
          </p:cNvPr>
          <p:cNvSpPr/>
          <p:nvPr/>
        </p:nvSpPr>
        <p:spPr>
          <a:xfrm>
            <a:off x="899891" y="884589"/>
            <a:ext cx="7349587" cy="110836"/>
          </a:xfrm>
          <a:prstGeom prst="rect">
            <a:avLst/>
          </a:prstGeom>
          <a:solidFill>
            <a:srgbClr val="FBD0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D88100D-C720-1900-4D62-8CDB978CF452}"/>
              </a:ext>
            </a:extLst>
          </p:cNvPr>
          <p:cNvSpPr/>
          <p:nvPr/>
        </p:nvSpPr>
        <p:spPr>
          <a:xfrm>
            <a:off x="899891" y="1076471"/>
            <a:ext cx="7349587" cy="64728"/>
          </a:xfrm>
          <a:prstGeom prst="rect">
            <a:avLst/>
          </a:prstGeom>
          <a:solidFill>
            <a:srgbClr val="FBD0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AC2F20-27B1-EDD3-2210-A889E17C0CA6}"/>
              </a:ext>
            </a:extLst>
          </p:cNvPr>
          <p:cNvSpPr/>
          <p:nvPr/>
        </p:nvSpPr>
        <p:spPr>
          <a:xfrm>
            <a:off x="899891" y="1225241"/>
            <a:ext cx="7349587" cy="45719"/>
          </a:xfrm>
          <a:prstGeom prst="rect">
            <a:avLst/>
          </a:prstGeom>
          <a:solidFill>
            <a:srgbClr val="FBD0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D07269A-5437-D064-3174-6E5911057848}"/>
              </a:ext>
            </a:extLst>
          </p:cNvPr>
          <p:cNvSpPr/>
          <p:nvPr/>
        </p:nvSpPr>
        <p:spPr>
          <a:xfrm>
            <a:off x="899891" y="1396691"/>
            <a:ext cx="7349587" cy="45719"/>
          </a:xfrm>
          <a:prstGeom prst="rect">
            <a:avLst/>
          </a:prstGeom>
          <a:solidFill>
            <a:srgbClr val="FBD0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61A2EAF-7561-4250-B768-EF705A5F94DF}"/>
              </a:ext>
            </a:extLst>
          </p:cNvPr>
          <p:cNvSpPr/>
          <p:nvPr/>
        </p:nvSpPr>
        <p:spPr>
          <a:xfrm>
            <a:off x="899891" y="1550349"/>
            <a:ext cx="7349369" cy="28800"/>
          </a:xfrm>
          <a:prstGeom prst="rect">
            <a:avLst/>
          </a:prstGeom>
          <a:solidFill>
            <a:srgbClr val="FBD0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dirty="0"/>
          </a:p>
        </p:txBody>
      </p:sp>
    </p:spTree>
    <p:extLst>
      <p:ext uri="{BB962C8B-B14F-4D97-AF65-F5344CB8AC3E}">
        <p14:creationId xmlns:p14="http://schemas.microsoft.com/office/powerpoint/2010/main" val="39939149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12BA0-A573-0B4E-9947-C0956B7D4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erson writing in a notebook in front of a camper&#10;&#10;Description automatically generated">
            <a:extLst>
              <a:ext uri="{FF2B5EF4-FFF2-40B4-BE49-F238E27FC236}">
                <a16:creationId xmlns:a16="http://schemas.microsoft.com/office/drawing/2014/main" id="{B4435348-C6B7-0794-D14A-089AF7E3CF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97932F5-3814-3B62-AE9A-8F2CAB111493}"/>
              </a:ext>
            </a:extLst>
          </p:cNvPr>
          <p:cNvSpPr/>
          <p:nvPr/>
        </p:nvSpPr>
        <p:spPr>
          <a:xfrm>
            <a:off x="899891" y="884589"/>
            <a:ext cx="7344218" cy="3777352"/>
          </a:xfrm>
          <a:prstGeom prst="rect">
            <a:avLst/>
          </a:prstGeom>
          <a:solidFill>
            <a:srgbClr val="2899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53481B-01B7-836E-D9CD-96220AEA50CE}"/>
              </a:ext>
            </a:extLst>
          </p:cNvPr>
          <p:cNvSpPr txBox="1"/>
          <p:nvPr/>
        </p:nvSpPr>
        <p:spPr>
          <a:xfrm>
            <a:off x="1783830" y="1743359"/>
            <a:ext cx="5531370" cy="87645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BR" dirty="0">
                <a:solidFill>
                  <a:schemeClr val="bg1"/>
                </a:solidFill>
                <a:latin typeface="Montserrat" pitchFamily="2" charset="77"/>
              </a:rPr>
              <a:t>TEXTO COM 2 LINHAS, TEXTO COM 2 LINHAS, </a:t>
            </a:r>
          </a:p>
          <a:p>
            <a:pPr algn="ctr">
              <a:lnSpc>
                <a:spcPct val="150000"/>
              </a:lnSpc>
            </a:pPr>
            <a:r>
              <a:rPr lang="en-BR" dirty="0">
                <a:solidFill>
                  <a:schemeClr val="bg1"/>
                </a:solidFill>
                <a:latin typeface="Montserrat" pitchFamily="2" charset="77"/>
              </a:rPr>
              <a:t>TEXTO COM 2 LINHAS, TEXTO COM 2 LINHAS,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459836-26E8-7395-58FE-BCB0726FDAEF}"/>
              </a:ext>
            </a:extLst>
          </p:cNvPr>
          <p:cNvSpPr txBox="1"/>
          <p:nvPr/>
        </p:nvSpPr>
        <p:spPr>
          <a:xfrm>
            <a:off x="1806315" y="2653149"/>
            <a:ext cx="5531370" cy="175432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5400" b="1" dirty="0">
                <a:solidFill>
                  <a:srgbClr val="FBD037"/>
                </a:solidFill>
                <a:latin typeface="Montserrat" pitchFamily="2" charset="77"/>
              </a:rPr>
              <a:t>CONTE COM</a:t>
            </a:r>
          </a:p>
          <a:p>
            <a:pPr algn="ctr"/>
            <a:r>
              <a:rPr lang="en-US" sz="5400" b="1" dirty="0">
                <a:solidFill>
                  <a:srgbClr val="FBD037"/>
                </a:solidFill>
                <a:latin typeface="Montserrat" pitchFamily="2" charset="77"/>
              </a:rPr>
              <a:t>A ANFATRE!</a:t>
            </a:r>
            <a:endParaRPr lang="en-BR" sz="3200" dirty="0">
              <a:latin typeface="Montserrat" pitchFamily="2" charset="7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4118E31-771D-3931-200D-A65F3D7D2FB4}"/>
              </a:ext>
            </a:extLst>
          </p:cNvPr>
          <p:cNvSpPr/>
          <p:nvPr/>
        </p:nvSpPr>
        <p:spPr>
          <a:xfrm>
            <a:off x="899891" y="884589"/>
            <a:ext cx="7349587" cy="110836"/>
          </a:xfrm>
          <a:prstGeom prst="rect">
            <a:avLst/>
          </a:prstGeom>
          <a:solidFill>
            <a:srgbClr val="FBD0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FFB3B24-5E69-F62E-F09C-0EE144B48A7C}"/>
              </a:ext>
            </a:extLst>
          </p:cNvPr>
          <p:cNvSpPr/>
          <p:nvPr/>
        </p:nvSpPr>
        <p:spPr>
          <a:xfrm>
            <a:off x="899891" y="1076471"/>
            <a:ext cx="7349587" cy="64728"/>
          </a:xfrm>
          <a:prstGeom prst="rect">
            <a:avLst/>
          </a:prstGeom>
          <a:solidFill>
            <a:srgbClr val="FBD0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7383154-F7FE-28BB-C3D5-2601BED20AF9}"/>
              </a:ext>
            </a:extLst>
          </p:cNvPr>
          <p:cNvSpPr/>
          <p:nvPr/>
        </p:nvSpPr>
        <p:spPr>
          <a:xfrm>
            <a:off x="899891" y="1225241"/>
            <a:ext cx="7349587" cy="45719"/>
          </a:xfrm>
          <a:prstGeom prst="rect">
            <a:avLst/>
          </a:prstGeom>
          <a:solidFill>
            <a:srgbClr val="FBD0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535FA29-CC8F-1FAF-1ADA-89661210B6E8}"/>
              </a:ext>
            </a:extLst>
          </p:cNvPr>
          <p:cNvSpPr/>
          <p:nvPr/>
        </p:nvSpPr>
        <p:spPr>
          <a:xfrm>
            <a:off x="899891" y="1396691"/>
            <a:ext cx="7349587" cy="45719"/>
          </a:xfrm>
          <a:prstGeom prst="rect">
            <a:avLst/>
          </a:prstGeom>
          <a:solidFill>
            <a:srgbClr val="FBD0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F1EF748-46DC-54D3-B063-3E303207B3F9}"/>
              </a:ext>
            </a:extLst>
          </p:cNvPr>
          <p:cNvSpPr/>
          <p:nvPr/>
        </p:nvSpPr>
        <p:spPr>
          <a:xfrm>
            <a:off x="899891" y="1550349"/>
            <a:ext cx="7349369" cy="28800"/>
          </a:xfrm>
          <a:prstGeom prst="rect">
            <a:avLst/>
          </a:prstGeom>
          <a:solidFill>
            <a:srgbClr val="FBD0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dirty="0"/>
          </a:p>
        </p:txBody>
      </p:sp>
    </p:spTree>
    <p:extLst>
      <p:ext uri="{BB962C8B-B14F-4D97-AF65-F5344CB8AC3E}">
        <p14:creationId xmlns:p14="http://schemas.microsoft.com/office/powerpoint/2010/main" val="4457400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0CFF9-894D-258C-136E-C06036165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erson writing in a notebook in front of a camper&#10;&#10;Description automatically generated">
            <a:extLst>
              <a:ext uri="{FF2B5EF4-FFF2-40B4-BE49-F238E27FC236}">
                <a16:creationId xmlns:a16="http://schemas.microsoft.com/office/drawing/2014/main" id="{0666CE9C-2E66-D9F2-CAEA-F1A207D6F2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89C0653-2EA7-E721-50B9-81E90175EA10}"/>
              </a:ext>
            </a:extLst>
          </p:cNvPr>
          <p:cNvSpPr/>
          <p:nvPr/>
        </p:nvSpPr>
        <p:spPr>
          <a:xfrm>
            <a:off x="899891" y="884589"/>
            <a:ext cx="7344218" cy="4471620"/>
          </a:xfrm>
          <a:prstGeom prst="rect">
            <a:avLst/>
          </a:prstGeom>
          <a:solidFill>
            <a:srgbClr val="2899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37C32E-B8C1-A922-A3F1-389B3DF69407}"/>
              </a:ext>
            </a:extLst>
          </p:cNvPr>
          <p:cNvSpPr txBox="1"/>
          <p:nvPr/>
        </p:nvSpPr>
        <p:spPr>
          <a:xfrm>
            <a:off x="1783830" y="1842917"/>
            <a:ext cx="5531370" cy="129195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BR" dirty="0">
                <a:solidFill>
                  <a:schemeClr val="bg1"/>
                </a:solidFill>
                <a:latin typeface="Montserrat" pitchFamily="2" charset="77"/>
              </a:rPr>
              <a:t>TEXTO COM 3 LINHAS, TEXTO COM 3 LINHAS, </a:t>
            </a:r>
          </a:p>
          <a:p>
            <a:pPr algn="ctr">
              <a:lnSpc>
                <a:spcPct val="150000"/>
              </a:lnSpc>
            </a:pPr>
            <a:r>
              <a:rPr lang="en-BR" dirty="0">
                <a:solidFill>
                  <a:schemeClr val="bg1"/>
                </a:solidFill>
                <a:latin typeface="Montserrat" pitchFamily="2" charset="77"/>
              </a:rPr>
              <a:t>TEXTO COM 3 LINHAS, TEXTO COM 3 LINHAS, </a:t>
            </a:r>
          </a:p>
          <a:p>
            <a:pPr algn="ctr">
              <a:lnSpc>
                <a:spcPct val="150000"/>
              </a:lnSpc>
            </a:pPr>
            <a:r>
              <a:rPr lang="en-BR" dirty="0">
                <a:solidFill>
                  <a:schemeClr val="bg1"/>
                </a:solidFill>
                <a:latin typeface="Montserrat" pitchFamily="2" charset="77"/>
              </a:rPr>
              <a:t>TEXTO COM 3 LINHAS, TEXTO COM 3 LINHAS,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10A3A84-55F4-659C-7C33-2536DC8E5B2A}"/>
              </a:ext>
            </a:extLst>
          </p:cNvPr>
          <p:cNvSpPr txBox="1"/>
          <p:nvPr/>
        </p:nvSpPr>
        <p:spPr>
          <a:xfrm>
            <a:off x="2048031" y="3169131"/>
            <a:ext cx="5002967" cy="193899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000" b="1" dirty="0">
                <a:solidFill>
                  <a:srgbClr val="FBD037"/>
                </a:solidFill>
                <a:latin typeface="Montserrat" pitchFamily="2" charset="77"/>
              </a:rPr>
              <a:t>CONTE COM</a:t>
            </a:r>
          </a:p>
          <a:p>
            <a:pPr algn="ctr"/>
            <a:r>
              <a:rPr lang="en-US" sz="4000" b="1" dirty="0">
                <a:solidFill>
                  <a:srgbClr val="FBD037"/>
                </a:solidFill>
                <a:latin typeface="Montserrat" pitchFamily="2" charset="77"/>
              </a:rPr>
              <a:t>A ANFATRE! </a:t>
            </a:r>
          </a:p>
          <a:p>
            <a:pPr algn="ctr"/>
            <a:r>
              <a:rPr lang="en-US" sz="4000" b="1" dirty="0">
                <a:solidFill>
                  <a:srgbClr val="FBD037"/>
                </a:solidFill>
                <a:latin typeface="Montserrat" pitchFamily="2" charset="77"/>
              </a:rPr>
              <a:t>MAIS UMA LINHA</a:t>
            </a:r>
            <a:endParaRPr lang="en-BR" sz="2000" dirty="0">
              <a:latin typeface="Montserrat" pitchFamily="2" charset="7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1D14BF2-37CE-D9E5-7355-58662F545A7D}"/>
              </a:ext>
            </a:extLst>
          </p:cNvPr>
          <p:cNvSpPr/>
          <p:nvPr/>
        </p:nvSpPr>
        <p:spPr>
          <a:xfrm>
            <a:off x="899891" y="884589"/>
            <a:ext cx="7349587" cy="110836"/>
          </a:xfrm>
          <a:prstGeom prst="rect">
            <a:avLst/>
          </a:prstGeom>
          <a:solidFill>
            <a:srgbClr val="FBD0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85E7A4E-BC06-8403-8B27-15F1A550E892}"/>
              </a:ext>
            </a:extLst>
          </p:cNvPr>
          <p:cNvSpPr/>
          <p:nvPr/>
        </p:nvSpPr>
        <p:spPr>
          <a:xfrm>
            <a:off x="899891" y="1076471"/>
            <a:ext cx="7349587" cy="64728"/>
          </a:xfrm>
          <a:prstGeom prst="rect">
            <a:avLst/>
          </a:prstGeom>
          <a:solidFill>
            <a:srgbClr val="FBD0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92E1C3-8F07-452F-000C-B3EAA10C3CC7}"/>
              </a:ext>
            </a:extLst>
          </p:cNvPr>
          <p:cNvSpPr/>
          <p:nvPr/>
        </p:nvSpPr>
        <p:spPr>
          <a:xfrm>
            <a:off x="899891" y="1225241"/>
            <a:ext cx="7349587" cy="45719"/>
          </a:xfrm>
          <a:prstGeom prst="rect">
            <a:avLst/>
          </a:prstGeom>
          <a:solidFill>
            <a:srgbClr val="FBD0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931F6EB-E537-57ED-E00F-2C91DB4B4148}"/>
              </a:ext>
            </a:extLst>
          </p:cNvPr>
          <p:cNvSpPr/>
          <p:nvPr/>
        </p:nvSpPr>
        <p:spPr>
          <a:xfrm>
            <a:off x="899891" y="1396691"/>
            <a:ext cx="7349587" cy="45719"/>
          </a:xfrm>
          <a:prstGeom prst="rect">
            <a:avLst/>
          </a:prstGeom>
          <a:solidFill>
            <a:srgbClr val="FBD0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6B6A069-6E38-D23F-CEED-5DA2C31FE2C4}"/>
              </a:ext>
            </a:extLst>
          </p:cNvPr>
          <p:cNvSpPr/>
          <p:nvPr/>
        </p:nvSpPr>
        <p:spPr>
          <a:xfrm>
            <a:off x="899891" y="1550349"/>
            <a:ext cx="7349369" cy="28800"/>
          </a:xfrm>
          <a:prstGeom prst="rect">
            <a:avLst/>
          </a:prstGeom>
          <a:solidFill>
            <a:srgbClr val="FBD0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dirty="0"/>
          </a:p>
        </p:txBody>
      </p:sp>
    </p:spTree>
    <p:extLst>
      <p:ext uri="{BB962C8B-B14F-4D97-AF65-F5344CB8AC3E}">
        <p14:creationId xmlns:p14="http://schemas.microsoft.com/office/powerpoint/2010/main" val="12979279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997CF-0E80-AB4B-E399-E106AACE1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erson writing in a notebook in front of a camper&#10;&#10;Description automatically generated">
            <a:extLst>
              <a:ext uri="{FF2B5EF4-FFF2-40B4-BE49-F238E27FC236}">
                <a16:creationId xmlns:a16="http://schemas.microsoft.com/office/drawing/2014/main" id="{FE58FB52-B4AF-7D6B-C465-ACBDB215AC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1A31370-2508-5838-212D-7D5771FAED6A}"/>
              </a:ext>
            </a:extLst>
          </p:cNvPr>
          <p:cNvSpPr/>
          <p:nvPr/>
        </p:nvSpPr>
        <p:spPr>
          <a:xfrm>
            <a:off x="899891" y="884589"/>
            <a:ext cx="7344218" cy="3777352"/>
          </a:xfrm>
          <a:prstGeom prst="rect">
            <a:avLst/>
          </a:prstGeom>
          <a:solidFill>
            <a:srgbClr val="2778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C9D268-2B42-C8CD-B978-73E5C02DBDCE}"/>
              </a:ext>
            </a:extLst>
          </p:cNvPr>
          <p:cNvSpPr txBox="1"/>
          <p:nvPr/>
        </p:nvSpPr>
        <p:spPr>
          <a:xfrm>
            <a:off x="1783830" y="1951108"/>
            <a:ext cx="5531370" cy="46096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BR" dirty="0">
                <a:solidFill>
                  <a:schemeClr val="bg1"/>
                </a:solidFill>
                <a:latin typeface="Montserrat" pitchFamily="2" charset="77"/>
              </a:rPr>
              <a:t>TEXTO COM 1 LINHA, TEXTO COM 1 LINHA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6351C2F-53DC-306B-FF7A-9D8DBBBE5941}"/>
              </a:ext>
            </a:extLst>
          </p:cNvPr>
          <p:cNvSpPr txBox="1"/>
          <p:nvPr/>
        </p:nvSpPr>
        <p:spPr>
          <a:xfrm>
            <a:off x="1806315" y="2429552"/>
            <a:ext cx="5531370" cy="175432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5400" b="1" dirty="0">
                <a:solidFill>
                  <a:srgbClr val="FBD037"/>
                </a:solidFill>
                <a:latin typeface="Montserrat" pitchFamily="2" charset="77"/>
              </a:rPr>
              <a:t>CONTE COM</a:t>
            </a:r>
          </a:p>
          <a:p>
            <a:pPr algn="ctr"/>
            <a:r>
              <a:rPr lang="en-US" sz="5400" b="1" dirty="0">
                <a:solidFill>
                  <a:srgbClr val="FBD037"/>
                </a:solidFill>
                <a:latin typeface="Montserrat" pitchFamily="2" charset="77"/>
              </a:rPr>
              <a:t>A ANFATRE!</a:t>
            </a:r>
            <a:endParaRPr lang="en-BR" sz="3200" dirty="0">
              <a:latin typeface="Montserrat" pitchFamily="2" charset="7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2135E2C-0851-8EFA-E1B7-84187B800FA5}"/>
              </a:ext>
            </a:extLst>
          </p:cNvPr>
          <p:cNvSpPr/>
          <p:nvPr/>
        </p:nvSpPr>
        <p:spPr>
          <a:xfrm>
            <a:off x="899891" y="884589"/>
            <a:ext cx="7349587" cy="110836"/>
          </a:xfrm>
          <a:prstGeom prst="rect">
            <a:avLst/>
          </a:prstGeom>
          <a:solidFill>
            <a:srgbClr val="FBD0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48A520D-3143-FF3F-E5B0-C6F159D2B19C}"/>
              </a:ext>
            </a:extLst>
          </p:cNvPr>
          <p:cNvSpPr/>
          <p:nvPr/>
        </p:nvSpPr>
        <p:spPr>
          <a:xfrm>
            <a:off x="899891" y="1076471"/>
            <a:ext cx="7349587" cy="64728"/>
          </a:xfrm>
          <a:prstGeom prst="rect">
            <a:avLst/>
          </a:prstGeom>
          <a:solidFill>
            <a:srgbClr val="FBD0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342B4E-63EA-32B2-F1BB-D82053B3D2DE}"/>
              </a:ext>
            </a:extLst>
          </p:cNvPr>
          <p:cNvSpPr/>
          <p:nvPr/>
        </p:nvSpPr>
        <p:spPr>
          <a:xfrm>
            <a:off x="899891" y="1225241"/>
            <a:ext cx="7349587" cy="45719"/>
          </a:xfrm>
          <a:prstGeom prst="rect">
            <a:avLst/>
          </a:prstGeom>
          <a:solidFill>
            <a:srgbClr val="FBD0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77E9309-ED99-9DD7-A753-6ECD05C5CA39}"/>
              </a:ext>
            </a:extLst>
          </p:cNvPr>
          <p:cNvSpPr/>
          <p:nvPr/>
        </p:nvSpPr>
        <p:spPr>
          <a:xfrm>
            <a:off x="899891" y="1396691"/>
            <a:ext cx="7349587" cy="45719"/>
          </a:xfrm>
          <a:prstGeom prst="rect">
            <a:avLst/>
          </a:prstGeom>
          <a:solidFill>
            <a:srgbClr val="FBD0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5B41FB-C2C9-1185-21E9-1BACBAAF924D}"/>
              </a:ext>
            </a:extLst>
          </p:cNvPr>
          <p:cNvSpPr/>
          <p:nvPr/>
        </p:nvSpPr>
        <p:spPr>
          <a:xfrm>
            <a:off x="899891" y="1550349"/>
            <a:ext cx="7349369" cy="28800"/>
          </a:xfrm>
          <a:prstGeom prst="rect">
            <a:avLst/>
          </a:prstGeom>
          <a:solidFill>
            <a:srgbClr val="FBD0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dirty="0"/>
          </a:p>
        </p:txBody>
      </p:sp>
    </p:spTree>
    <p:extLst>
      <p:ext uri="{BB962C8B-B14F-4D97-AF65-F5344CB8AC3E}">
        <p14:creationId xmlns:p14="http://schemas.microsoft.com/office/powerpoint/2010/main" val="34854748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E7345-DD55-4270-3453-BF213615D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erson writing in a notebook in front of a camper&#10;&#10;Description automatically generated">
            <a:extLst>
              <a:ext uri="{FF2B5EF4-FFF2-40B4-BE49-F238E27FC236}">
                <a16:creationId xmlns:a16="http://schemas.microsoft.com/office/drawing/2014/main" id="{47363D28-7B0A-D0BA-9996-3B4466DE40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DAB323D-357E-3054-69CF-D25150B386BF}"/>
              </a:ext>
            </a:extLst>
          </p:cNvPr>
          <p:cNvSpPr/>
          <p:nvPr/>
        </p:nvSpPr>
        <p:spPr>
          <a:xfrm>
            <a:off x="899891" y="884589"/>
            <a:ext cx="7344218" cy="3777352"/>
          </a:xfrm>
          <a:prstGeom prst="rect">
            <a:avLst/>
          </a:prstGeom>
          <a:solidFill>
            <a:srgbClr val="2778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E628DA9-F0AE-F3DB-75C1-4F842D3C597B}"/>
              </a:ext>
            </a:extLst>
          </p:cNvPr>
          <p:cNvSpPr txBox="1"/>
          <p:nvPr/>
        </p:nvSpPr>
        <p:spPr>
          <a:xfrm>
            <a:off x="1783830" y="1743359"/>
            <a:ext cx="5531370" cy="87645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BR" dirty="0">
                <a:solidFill>
                  <a:schemeClr val="bg1"/>
                </a:solidFill>
                <a:latin typeface="Montserrat" pitchFamily="2" charset="77"/>
              </a:rPr>
              <a:t>TEXTO COM 2 LINHAS, TEXTO COM 2 LINHAS, </a:t>
            </a:r>
          </a:p>
          <a:p>
            <a:pPr algn="ctr">
              <a:lnSpc>
                <a:spcPct val="150000"/>
              </a:lnSpc>
            </a:pPr>
            <a:r>
              <a:rPr lang="en-BR" dirty="0">
                <a:solidFill>
                  <a:schemeClr val="bg1"/>
                </a:solidFill>
                <a:latin typeface="Montserrat" pitchFamily="2" charset="77"/>
              </a:rPr>
              <a:t>TEXTO COM 2 LINHAS, TEXTO COM 2 LINHAS,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0A59513-81A6-0C96-0205-5363ED796CF4}"/>
              </a:ext>
            </a:extLst>
          </p:cNvPr>
          <p:cNvSpPr txBox="1"/>
          <p:nvPr/>
        </p:nvSpPr>
        <p:spPr>
          <a:xfrm>
            <a:off x="1806315" y="2653149"/>
            <a:ext cx="5531370" cy="175432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5400" b="1" dirty="0">
                <a:solidFill>
                  <a:srgbClr val="FBD037"/>
                </a:solidFill>
                <a:latin typeface="Montserrat" pitchFamily="2" charset="77"/>
              </a:rPr>
              <a:t>CONTE COM</a:t>
            </a:r>
          </a:p>
          <a:p>
            <a:pPr algn="ctr"/>
            <a:r>
              <a:rPr lang="en-US" sz="5400" b="1" dirty="0">
                <a:solidFill>
                  <a:srgbClr val="FBD037"/>
                </a:solidFill>
                <a:latin typeface="Montserrat" pitchFamily="2" charset="77"/>
              </a:rPr>
              <a:t>A ANFATRE!</a:t>
            </a:r>
            <a:endParaRPr lang="en-BR" sz="3200" dirty="0">
              <a:latin typeface="Montserrat" pitchFamily="2" charset="7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C88869-E4FD-9E15-3ED9-E28F24285BEC}"/>
              </a:ext>
            </a:extLst>
          </p:cNvPr>
          <p:cNvSpPr/>
          <p:nvPr/>
        </p:nvSpPr>
        <p:spPr>
          <a:xfrm>
            <a:off x="899891" y="884589"/>
            <a:ext cx="7349587" cy="110836"/>
          </a:xfrm>
          <a:prstGeom prst="rect">
            <a:avLst/>
          </a:prstGeom>
          <a:solidFill>
            <a:srgbClr val="FBD0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D64AE99-E132-A890-4FF1-B7A46372AD71}"/>
              </a:ext>
            </a:extLst>
          </p:cNvPr>
          <p:cNvSpPr/>
          <p:nvPr/>
        </p:nvSpPr>
        <p:spPr>
          <a:xfrm>
            <a:off x="899891" y="1076471"/>
            <a:ext cx="7349587" cy="64728"/>
          </a:xfrm>
          <a:prstGeom prst="rect">
            <a:avLst/>
          </a:prstGeom>
          <a:solidFill>
            <a:srgbClr val="FBD0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D41070-DF9C-00EE-8391-2164F96360C5}"/>
              </a:ext>
            </a:extLst>
          </p:cNvPr>
          <p:cNvSpPr/>
          <p:nvPr/>
        </p:nvSpPr>
        <p:spPr>
          <a:xfrm>
            <a:off x="899891" y="1225241"/>
            <a:ext cx="7349587" cy="45719"/>
          </a:xfrm>
          <a:prstGeom prst="rect">
            <a:avLst/>
          </a:prstGeom>
          <a:solidFill>
            <a:srgbClr val="FBD0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6B3F374-48C9-BD4A-6FA7-49B681307BD8}"/>
              </a:ext>
            </a:extLst>
          </p:cNvPr>
          <p:cNvSpPr/>
          <p:nvPr/>
        </p:nvSpPr>
        <p:spPr>
          <a:xfrm>
            <a:off x="899891" y="1396691"/>
            <a:ext cx="7349587" cy="45719"/>
          </a:xfrm>
          <a:prstGeom prst="rect">
            <a:avLst/>
          </a:prstGeom>
          <a:solidFill>
            <a:srgbClr val="FBD0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CD8C201-75C3-8782-C4BF-1ADC20EC6498}"/>
              </a:ext>
            </a:extLst>
          </p:cNvPr>
          <p:cNvSpPr/>
          <p:nvPr/>
        </p:nvSpPr>
        <p:spPr>
          <a:xfrm>
            <a:off x="899891" y="1550349"/>
            <a:ext cx="7349369" cy="28800"/>
          </a:xfrm>
          <a:prstGeom prst="rect">
            <a:avLst/>
          </a:prstGeom>
          <a:solidFill>
            <a:srgbClr val="FBD0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dirty="0"/>
          </a:p>
        </p:txBody>
      </p:sp>
    </p:spTree>
    <p:extLst>
      <p:ext uri="{BB962C8B-B14F-4D97-AF65-F5344CB8AC3E}">
        <p14:creationId xmlns:p14="http://schemas.microsoft.com/office/powerpoint/2010/main" val="17974124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0C907-1710-1E53-7070-E6DAEADDC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erson writing in a notebook in front of a camper&#10;&#10;Description automatically generated">
            <a:extLst>
              <a:ext uri="{FF2B5EF4-FFF2-40B4-BE49-F238E27FC236}">
                <a16:creationId xmlns:a16="http://schemas.microsoft.com/office/drawing/2014/main" id="{3AFCA17A-8671-D1DB-33EC-DB2D5FCAEF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B03CFC0-EAE1-F991-D330-9222E4FBBF87}"/>
              </a:ext>
            </a:extLst>
          </p:cNvPr>
          <p:cNvSpPr/>
          <p:nvPr/>
        </p:nvSpPr>
        <p:spPr>
          <a:xfrm>
            <a:off x="899891" y="884589"/>
            <a:ext cx="7344218" cy="4471620"/>
          </a:xfrm>
          <a:prstGeom prst="rect">
            <a:avLst/>
          </a:prstGeom>
          <a:solidFill>
            <a:srgbClr val="2778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F34724-5ECF-F1D1-314D-06E800012945}"/>
              </a:ext>
            </a:extLst>
          </p:cNvPr>
          <p:cNvSpPr txBox="1"/>
          <p:nvPr/>
        </p:nvSpPr>
        <p:spPr>
          <a:xfrm>
            <a:off x="1783830" y="1842917"/>
            <a:ext cx="5531370" cy="129195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BR" dirty="0">
                <a:solidFill>
                  <a:schemeClr val="bg1"/>
                </a:solidFill>
                <a:latin typeface="Montserrat" pitchFamily="2" charset="77"/>
              </a:rPr>
              <a:t>TEXTO COM 3 LINHAS, TEXTO COM 3 LINHAS, </a:t>
            </a:r>
          </a:p>
          <a:p>
            <a:pPr algn="ctr">
              <a:lnSpc>
                <a:spcPct val="150000"/>
              </a:lnSpc>
            </a:pPr>
            <a:r>
              <a:rPr lang="en-BR" dirty="0">
                <a:solidFill>
                  <a:schemeClr val="bg1"/>
                </a:solidFill>
                <a:latin typeface="Montserrat" pitchFamily="2" charset="77"/>
              </a:rPr>
              <a:t>TEXTO COM 3 LINHAS, TEXTO COM 3 LINHAS, </a:t>
            </a:r>
          </a:p>
          <a:p>
            <a:pPr algn="ctr">
              <a:lnSpc>
                <a:spcPct val="150000"/>
              </a:lnSpc>
            </a:pPr>
            <a:r>
              <a:rPr lang="en-BR" dirty="0">
                <a:solidFill>
                  <a:schemeClr val="bg1"/>
                </a:solidFill>
                <a:latin typeface="Montserrat" pitchFamily="2" charset="77"/>
              </a:rPr>
              <a:t>TEXTO COM 3 LINHAS, TEXTO COM 3 LINHAS,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03FABB-3C72-D70A-F8DE-0B8D8EC5690E}"/>
              </a:ext>
            </a:extLst>
          </p:cNvPr>
          <p:cNvSpPr txBox="1"/>
          <p:nvPr/>
        </p:nvSpPr>
        <p:spPr>
          <a:xfrm>
            <a:off x="2048031" y="3169131"/>
            <a:ext cx="5002967" cy="193899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000" b="1" dirty="0">
                <a:solidFill>
                  <a:srgbClr val="FBD037"/>
                </a:solidFill>
                <a:latin typeface="Montserrat" pitchFamily="2" charset="77"/>
              </a:rPr>
              <a:t>CONTE COM</a:t>
            </a:r>
          </a:p>
          <a:p>
            <a:pPr algn="ctr"/>
            <a:r>
              <a:rPr lang="en-US" sz="4000" b="1" dirty="0">
                <a:solidFill>
                  <a:srgbClr val="FBD037"/>
                </a:solidFill>
                <a:latin typeface="Montserrat" pitchFamily="2" charset="77"/>
              </a:rPr>
              <a:t>A ANFATRE! </a:t>
            </a:r>
          </a:p>
          <a:p>
            <a:pPr algn="ctr"/>
            <a:r>
              <a:rPr lang="en-US" sz="4000" b="1" dirty="0">
                <a:solidFill>
                  <a:srgbClr val="FBD037"/>
                </a:solidFill>
                <a:latin typeface="Montserrat" pitchFamily="2" charset="77"/>
              </a:rPr>
              <a:t>MAIS UMA LINHA</a:t>
            </a:r>
            <a:endParaRPr lang="en-BR" sz="2000" dirty="0">
              <a:latin typeface="Montserrat" pitchFamily="2" charset="7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D99048-F9A2-242B-88D4-87503167257B}"/>
              </a:ext>
            </a:extLst>
          </p:cNvPr>
          <p:cNvSpPr/>
          <p:nvPr/>
        </p:nvSpPr>
        <p:spPr>
          <a:xfrm>
            <a:off x="899891" y="884589"/>
            <a:ext cx="7349587" cy="110836"/>
          </a:xfrm>
          <a:prstGeom prst="rect">
            <a:avLst/>
          </a:prstGeom>
          <a:solidFill>
            <a:srgbClr val="FBD0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DDACF6F-C5B6-30D9-5357-66EF3FE54DBE}"/>
              </a:ext>
            </a:extLst>
          </p:cNvPr>
          <p:cNvSpPr/>
          <p:nvPr/>
        </p:nvSpPr>
        <p:spPr>
          <a:xfrm>
            <a:off x="899891" y="1076471"/>
            <a:ext cx="7349587" cy="64728"/>
          </a:xfrm>
          <a:prstGeom prst="rect">
            <a:avLst/>
          </a:prstGeom>
          <a:solidFill>
            <a:srgbClr val="FBD0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772A8A-DB33-3AD0-D5C8-D927E6266AF5}"/>
              </a:ext>
            </a:extLst>
          </p:cNvPr>
          <p:cNvSpPr/>
          <p:nvPr/>
        </p:nvSpPr>
        <p:spPr>
          <a:xfrm>
            <a:off x="899891" y="1225241"/>
            <a:ext cx="7349587" cy="45719"/>
          </a:xfrm>
          <a:prstGeom prst="rect">
            <a:avLst/>
          </a:prstGeom>
          <a:solidFill>
            <a:srgbClr val="FBD0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94020AA-6AFF-058C-2895-BD1AC7026122}"/>
              </a:ext>
            </a:extLst>
          </p:cNvPr>
          <p:cNvSpPr/>
          <p:nvPr/>
        </p:nvSpPr>
        <p:spPr>
          <a:xfrm>
            <a:off x="899891" y="1396691"/>
            <a:ext cx="7349587" cy="45719"/>
          </a:xfrm>
          <a:prstGeom prst="rect">
            <a:avLst/>
          </a:prstGeom>
          <a:solidFill>
            <a:srgbClr val="FBD0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53CCC74-E9D0-52E1-943F-D1A245BD6903}"/>
              </a:ext>
            </a:extLst>
          </p:cNvPr>
          <p:cNvSpPr/>
          <p:nvPr/>
        </p:nvSpPr>
        <p:spPr>
          <a:xfrm>
            <a:off x="899891" y="1550349"/>
            <a:ext cx="7349369" cy="28800"/>
          </a:xfrm>
          <a:prstGeom prst="rect">
            <a:avLst/>
          </a:prstGeom>
          <a:solidFill>
            <a:srgbClr val="FBD0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dirty="0"/>
          </a:p>
        </p:txBody>
      </p:sp>
    </p:spTree>
    <p:extLst>
      <p:ext uri="{BB962C8B-B14F-4D97-AF65-F5344CB8AC3E}">
        <p14:creationId xmlns:p14="http://schemas.microsoft.com/office/powerpoint/2010/main" val="12981441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49D2E-B11A-2531-AF21-A751649F0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erson writing in a notebook in front of a camper&#10;&#10;Description automatically generated">
            <a:extLst>
              <a:ext uri="{FF2B5EF4-FFF2-40B4-BE49-F238E27FC236}">
                <a16:creationId xmlns:a16="http://schemas.microsoft.com/office/drawing/2014/main" id="{62BC006B-6FBB-C2EE-0025-5AE8D62BC2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4ED9258-DDD8-CA49-F74F-0E0443612874}"/>
              </a:ext>
            </a:extLst>
          </p:cNvPr>
          <p:cNvSpPr/>
          <p:nvPr/>
        </p:nvSpPr>
        <p:spPr>
          <a:xfrm>
            <a:off x="899891" y="884589"/>
            <a:ext cx="7344218" cy="3777352"/>
          </a:xfrm>
          <a:prstGeom prst="rect">
            <a:avLst/>
          </a:prstGeom>
          <a:solidFill>
            <a:srgbClr val="2778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4231E9-F2F2-CE00-F5A1-2F3630604D28}"/>
              </a:ext>
            </a:extLst>
          </p:cNvPr>
          <p:cNvSpPr txBox="1"/>
          <p:nvPr/>
        </p:nvSpPr>
        <p:spPr>
          <a:xfrm>
            <a:off x="1783830" y="3610844"/>
            <a:ext cx="5531370" cy="46096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BR" dirty="0">
                <a:solidFill>
                  <a:schemeClr val="bg1"/>
                </a:solidFill>
                <a:latin typeface="Montserrat" pitchFamily="2" charset="77"/>
              </a:rPr>
              <a:t>TEXTO COM 1 LINHA, TEXTO COM 1 LINHA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12919F8-9E22-4ED4-999B-BCB75CAED6BC}"/>
              </a:ext>
            </a:extLst>
          </p:cNvPr>
          <p:cNvSpPr txBox="1"/>
          <p:nvPr/>
        </p:nvSpPr>
        <p:spPr>
          <a:xfrm>
            <a:off x="1806315" y="1803359"/>
            <a:ext cx="5531370" cy="175432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5400" b="1" dirty="0">
                <a:solidFill>
                  <a:srgbClr val="FBD037"/>
                </a:solidFill>
                <a:latin typeface="Montserrat" pitchFamily="2" charset="77"/>
              </a:rPr>
              <a:t>CONTE COM</a:t>
            </a:r>
          </a:p>
          <a:p>
            <a:pPr algn="ctr"/>
            <a:r>
              <a:rPr lang="en-US" sz="5400" b="1" dirty="0">
                <a:solidFill>
                  <a:srgbClr val="FBD037"/>
                </a:solidFill>
                <a:latin typeface="Montserrat" pitchFamily="2" charset="77"/>
              </a:rPr>
              <a:t>A ANFATRE!</a:t>
            </a:r>
            <a:endParaRPr lang="en-BR" sz="3200" dirty="0">
              <a:latin typeface="Montserrat" pitchFamily="2" charset="7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8AA629F-01B9-D437-9795-F734A61591AD}"/>
              </a:ext>
            </a:extLst>
          </p:cNvPr>
          <p:cNvSpPr/>
          <p:nvPr/>
        </p:nvSpPr>
        <p:spPr>
          <a:xfrm>
            <a:off x="899891" y="884589"/>
            <a:ext cx="7349587" cy="110836"/>
          </a:xfrm>
          <a:prstGeom prst="rect">
            <a:avLst/>
          </a:prstGeom>
          <a:solidFill>
            <a:srgbClr val="FBD0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5A7E70-FFB8-DFF2-D34F-530E7196B155}"/>
              </a:ext>
            </a:extLst>
          </p:cNvPr>
          <p:cNvSpPr/>
          <p:nvPr/>
        </p:nvSpPr>
        <p:spPr>
          <a:xfrm>
            <a:off x="899891" y="1076471"/>
            <a:ext cx="7349587" cy="64728"/>
          </a:xfrm>
          <a:prstGeom prst="rect">
            <a:avLst/>
          </a:prstGeom>
          <a:solidFill>
            <a:srgbClr val="FBD0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1D95FF-14A2-410C-6C2F-5F7CACB48DEE}"/>
              </a:ext>
            </a:extLst>
          </p:cNvPr>
          <p:cNvSpPr/>
          <p:nvPr/>
        </p:nvSpPr>
        <p:spPr>
          <a:xfrm>
            <a:off x="899891" y="1225241"/>
            <a:ext cx="7349587" cy="45719"/>
          </a:xfrm>
          <a:prstGeom prst="rect">
            <a:avLst/>
          </a:prstGeom>
          <a:solidFill>
            <a:srgbClr val="FBD0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6E2EC1-F363-85F3-D6B9-DB9D47FDEB75}"/>
              </a:ext>
            </a:extLst>
          </p:cNvPr>
          <p:cNvSpPr/>
          <p:nvPr/>
        </p:nvSpPr>
        <p:spPr>
          <a:xfrm>
            <a:off x="899891" y="1396691"/>
            <a:ext cx="7349587" cy="45719"/>
          </a:xfrm>
          <a:prstGeom prst="rect">
            <a:avLst/>
          </a:prstGeom>
          <a:solidFill>
            <a:srgbClr val="FBD0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3628C7C-8F69-032C-0445-9B2E5A6035AD}"/>
              </a:ext>
            </a:extLst>
          </p:cNvPr>
          <p:cNvSpPr/>
          <p:nvPr/>
        </p:nvSpPr>
        <p:spPr>
          <a:xfrm>
            <a:off x="899891" y="1550349"/>
            <a:ext cx="7349369" cy="28800"/>
          </a:xfrm>
          <a:prstGeom prst="rect">
            <a:avLst/>
          </a:prstGeom>
          <a:solidFill>
            <a:srgbClr val="FBD0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dirty="0"/>
          </a:p>
        </p:txBody>
      </p:sp>
    </p:spTree>
    <p:extLst>
      <p:ext uri="{BB962C8B-B14F-4D97-AF65-F5344CB8AC3E}">
        <p14:creationId xmlns:p14="http://schemas.microsoft.com/office/powerpoint/2010/main" val="996862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083D0-BF17-B0F6-2F86-11226D019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erson writing in a notebook in front of a camper&#10;&#10;Description automatically generated">
            <a:extLst>
              <a:ext uri="{FF2B5EF4-FFF2-40B4-BE49-F238E27FC236}">
                <a16:creationId xmlns:a16="http://schemas.microsoft.com/office/drawing/2014/main" id="{8FA837C3-5D2E-6D44-4145-47E8FF300E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E0AB02A-B380-FA85-6A20-C9D37AFA1F31}"/>
              </a:ext>
            </a:extLst>
          </p:cNvPr>
          <p:cNvSpPr/>
          <p:nvPr/>
        </p:nvSpPr>
        <p:spPr>
          <a:xfrm>
            <a:off x="899891" y="884589"/>
            <a:ext cx="7344218" cy="3777352"/>
          </a:xfrm>
          <a:prstGeom prst="rect">
            <a:avLst/>
          </a:prstGeom>
          <a:solidFill>
            <a:srgbClr val="2778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9FFDB7-EB78-E20C-8786-AB7E23498FA0}"/>
              </a:ext>
            </a:extLst>
          </p:cNvPr>
          <p:cNvSpPr txBox="1"/>
          <p:nvPr/>
        </p:nvSpPr>
        <p:spPr>
          <a:xfrm>
            <a:off x="1783830" y="3480623"/>
            <a:ext cx="5531370" cy="87645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BR" dirty="0">
                <a:solidFill>
                  <a:schemeClr val="bg1"/>
                </a:solidFill>
                <a:latin typeface="Montserrat" pitchFamily="2" charset="77"/>
              </a:rPr>
              <a:t>TEXTO COM 2 LINHAS, TEXTO COM 2 LINHAS, </a:t>
            </a:r>
          </a:p>
          <a:p>
            <a:pPr algn="ctr">
              <a:lnSpc>
                <a:spcPct val="150000"/>
              </a:lnSpc>
            </a:pPr>
            <a:r>
              <a:rPr lang="en-BR" dirty="0">
                <a:solidFill>
                  <a:schemeClr val="bg1"/>
                </a:solidFill>
                <a:latin typeface="Montserrat" pitchFamily="2" charset="77"/>
              </a:rPr>
              <a:t>TEXTO COM 2 LINHAS, TEXTO COM 2 LINHAS,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E197969-25E0-6135-DDA8-69C97E31DE3E}"/>
              </a:ext>
            </a:extLst>
          </p:cNvPr>
          <p:cNvSpPr txBox="1"/>
          <p:nvPr/>
        </p:nvSpPr>
        <p:spPr>
          <a:xfrm>
            <a:off x="1806315" y="1732665"/>
            <a:ext cx="5531370" cy="175432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5400" b="1" dirty="0">
                <a:solidFill>
                  <a:srgbClr val="FBD037"/>
                </a:solidFill>
                <a:latin typeface="Montserrat" pitchFamily="2" charset="77"/>
              </a:rPr>
              <a:t>CONTE COM</a:t>
            </a:r>
          </a:p>
          <a:p>
            <a:pPr algn="ctr"/>
            <a:r>
              <a:rPr lang="en-US" sz="5400" b="1" dirty="0">
                <a:solidFill>
                  <a:srgbClr val="FBD037"/>
                </a:solidFill>
                <a:latin typeface="Montserrat" pitchFamily="2" charset="77"/>
              </a:rPr>
              <a:t>A ANFATRE!</a:t>
            </a:r>
            <a:endParaRPr lang="en-BR" sz="3200" dirty="0">
              <a:latin typeface="Montserrat" pitchFamily="2" charset="7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AFCD329-DDED-F8AB-EF55-139ACFE591B5}"/>
              </a:ext>
            </a:extLst>
          </p:cNvPr>
          <p:cNvSpPr/>
          <p:nvPr/>
        </p:nvSpPr>
        <p:spPr>
          <a:xfrm>
            <a:off x="899891" y="884589"/>
            <a:ext cx="7349587" cy="110836"/>
          </a:xfrm>
          <a:prstGeom prst="rect">
            <a:avLst/>
          </a:prstGeom>
          <a:solidFill>
            <a:srgbClr val="FBD0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92A7F1-C84A-46AE-75B4-640724437246}"/>
              </a:ext>
            </a:extLst>
          </p:cNvPr>
          <p:cNvSpPr/>
          <p:nvPr/>
        </p:nvSpPr>
        <p:spPr>
          <a:xfrm>
            <a:off x="899891" y="1076471"/>
            <a:ext cx="7349587" cy="64728"/>
          </a:xfrm>
          <a:prstGeom prst="rect">
            <a:avLst/>
          </a:prstGeom>
          <a:solidFill>
            <a:srgbClr val="FBD0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176D13-FED1-A552-77E6-80D63EB6C219}"/>
              </a:ext>
            </a:extLst>
          </p:cNvPr>
          <p:cNvSpPr/>
          <p:nvPr/>
        </p:nvSpPr>
        <p:spPr>
          <a:xfrm>
            <a:off x="899891" y="1225241"/>
            <a:ext cx="7349587" cy="45719"/>
          </a:xfrm>
          <a:prstGeom prst="rect">
            <a:avLst/>
          </a:prstGeom>
          <a:solidFill>
            <a:srgbClr val="FBD0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088772-93DA-79F3-FFBC-985E57189699}"/>
              </a:ext>
            </a:extLst>
          </p:cNvPr>
          <p:cNvSpPr/>
          <p:nvPr/>
        </p:nvSpPr>
        <p:spPr>
          <a:xfrm>
            <a:off x="899891" y="1396691"/>
            <a:ext cx="7349587" cy="45719"/>
          </a:xfrm>
          <a:prstGeom prst="rect">
            <a:avLst/>
          </a:prstGeom>
          <a:solidFill>
            <a:srgbClr val="FBD0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88E588F-91D0-CEC7-C05B-0163D1FFA447}"/>
              </a:ext>
            </a:extLst>
          </p:cNvPr>
          <p:cNvSpPr/>
          <p:nvPr/>
        </p:nvSpPr>
        <p:spPr>
          <a:xfrm>
            <a:off x="899891" y="1550349"/>
            <a:ext cx="7349369" cy="28800"/>
          </a:xfrm>
          <a:prstGeom prst="rect">
            <a:avLst/>
          </a:prstGeom>
          <a:solidFill>
            <a:srgbClr val="FBD0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dirty="0"/>
          </a:p>
        </p:txBody>
      </p:sp>
    </p:spTree>
    <p:extLst>
      <p:ext uri="{BB962C8B-B14F-4D97-AF65-F5344CB8AC3E}">
        <p14:creationId xmlns:p14="http://schemas.microsoft.com/office/powerpoint/2010/main" val="8914532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3A8F1C-6C4F-AF1F-86BE-AF6EA671E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erson writing in a notebook in front of a camper&#10;&#10;Description automatically generated">
            <a:extLst>
              <a:ext uri="{FF2B5EF4-FFF2-40B4-BE49-F238E27FC236}">
                <a16:creationId xmlns:a16="http://schemas.microsoft.com/office/drawing/2014/main" id="{AF40C4FE-EA5F-D6C4-B948-252025438F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9AF6367-7D42-BDF5-79BE-AA6B914C069B}"/>
              </a:ext>
            </a:extLst>
          </p:cNvPr>
          <p:cNvSpPr/>
          <p:nvPr/>
        </p:nvSpPr>
        <p:spPr>
          <a:xfrm>
            <a:off x="899891" y="884589"/>
            <a:ext cx="7344218" cy="4471620"/>
          </a:xfrm>
          <a:prstGeom prst="rect">
            <a:avLst/>
          </a:prstGeom>
          <a:solidFill>
            <a:srgbClr val="2778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669319-769A-51EE-0586-28E2A07A2282}"/>
              </a:ext>
            </a:extLst>
          </p:cNvPr>
          <p:cNvSpPr/>
          <p:nvPr/>
        </p:nvSpPr>
        <p:spPr>
          <a:xfrm>
            <a:off x="899891" y="884589"/>
            <a:ext cx="7349587" cy="110836"/>
          </a:xfrm>
          <a:prstGeom prst="rect">
            <a:avLst/>
          </a:prstGeom>
          <a:solidFill>
            <a:srgbClr val="FBD0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92BFE46-A894-221B-D8BF-EEF00EF85DF4}"/>
              </a:ext>
            </a:extLst>
          </p:cNvPr>
          <p:cNvSpPr/>
          <p:nvPr/>
        </p:nvSpPr>
        <p:spPr>
          <a:xfrm>
            <a:off x="899891" y="1076471"/>
            <a:ext cx="7349587" cy="64728"/>
          </a:xfrm>
          <a:prstGeom prst="rect">
            <a:avLst/>
          </a:prstGeom>
          <a:solidFill>
            <a:srgbClr val="FBD0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BCCC562-D4C1-DE04-0F3B-D1C12EC44C43}"/>
              </a:ext>
            </a:extLst>
          </p:cNvPr>
          <p:cNvSpPr/>
          <p:nvPr/>
        </p:nvSpPr>
        <p:spPr>
          <a:xfrm>
            <a:off x="899891" y="1225241"/>
            <a:ext cx="7349587" cy="45719"/>
          </a:xfrm>
          <a:prstGeom prst="rect">
            <a:avLst/>
          </a:prstGeom>
          <a:solidFill>
            <a:srgbClr val="FBD0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9BD24C-2005-C131-AAD8-F0B388273CB4}"/>
              </a:ext>
            </a:extLst>
          </p:cNvPr>
          <p:cNvSpPr/>
          <p:nvPr/>
        </p:nvSpPr>
        <p:spPr>
          <a:xfrm>
            <a:off x="899891" y="1396691"/>
            <a:ext cx="7349587" cy="45719"/>
          </a:xfrm>
          <a:prstGeom prst="rect">
            <a:avLst/>
          </a:prstGeom>
          <a:solidFill>
            <a:srgbClr val="FBD0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FAE721-EF65-E6CA-A4F7-68E1DF143AD6}"/>
              </a:ext>
            </a:extLst>
          </p:cNvPr>
          <p:cNvSpPr/>
          <p:nvPr/>
        </p:nvSpPr>
        <p:spPr>
          <a:xfrm>
            <a:off x="899891" y="1550349"/>
            <a:ext cx="7349369" cy="28800"/>
          </a:xfrm>
          <a:prstGeom prst="rect">
            <a:avLst/>
          </a:prstGeom>
          <a:solidFill>
            <a:srgbClr val="FBD0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1381436-0BAD-930F-6C65-74CB427E301D}"/>
              </a:ext>
            </a:extLst>
          </p:cNvPr>
          <p:cNvSpPr txBox="1"/>
          <p:nvPr/>
        </p:nvSpPr>
        <p:spPr>
          <a:xfrm>
            <a:off x="1783830" y="3688045"/>
            <a:ext cx="5531370" cy="129195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BR" dirty="0">
                <a:solidFill>
                  <a:schemeClr val="bg1"/>
                </a:solidFill>
                <a:latin typeface="Montserrat" pitchFamily="2" charset="77"/>
              </a:rPr>
              <a:t>TEXTO COM 3 LINHAS, TEXTO COM 3 LINHAS, </a:t>
            </a:r>
          </a:p>
          <a:p>
            <a:pPr algn="ctr">
              <a:lnSpc>
                <a:spcPct val="150000"/>
              </a:lnSpc>
            </a:pPr>
            <a:r>
              <a:rPr lang="en-BR" dirty="0">
                <a:solidFill>
                  <a:schemeClr val="bg1"/>
                </a:solidFill>
                <a:latin typeface="Montserrat" pitchFamily="2" charset="77"/>
              </a:rPr>
              <a:t>TEXTO COM 3 LINHAS, TEXTO COM 3 LINHAS, </a:t>
            </a:r>
          </a:p>
          <a:p>
            <a:pPr algn="ctr">
              <a:lnSpc>
                <a:spcPct val="150000"/>
              </a:lnSpc>
            </a:pPr>
            <a:r>
              <a:rPr lang="en-BR" dirty="0">
                <a:solidFill>
                  <a:schemeClr val="bg1"/>
                </a:solidFill>
                <a:latin typeface="Montserrat" pitchFamily="2" charset="77"/>
              </a:rPr>
              <a:t>TEXTO COM 3 LINHAS, TEXTO COM 3 LINHAS,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8ABC87-8313-52FD-1DBE-9105A0C7D181}"/>
              </a:ext>
            </a:extLst>
          </p:cNvPr>
          <p:cNvSpPr txBox="1"/>
          <p:nvPr/>
        </p:nvSpPr>
        <p:spPr>
          <a:xfrm>
            <a:off x="2048031" y="1843647"/>
            <a:ext cx="5002967" cy="193899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000" b="1" dirty="0">
                <a:solidFill>
                  <a:srgbClr val="FBD037"/>
                </a:solidFill>
                <a:latin typeface="Montserrat" pitchFamily="2" charset="77"/>
              </a:rPr>
              <a:t>CONTE COM</a:t>
            </a:r>
          </a:p>
          <a:p>
            <a:pPr algn="ctr"/>
            <a:r>
              <a:rPr lang="en-US" sz="4000" b="1" dirty="0">
                <a:solidFill>
                  <a:srgbClr val="FBD037"/>
                </a:solidFill>
                <a:latin typeface="Montserrat" pitchFamily="2" charset="77"/>
              </a:rPr>
              <a:t>A ANFATRE! </a:t>
            </a:r>
          </a:p>
          <a:p>
            <a:pPr algn="ctr"/>
            <a:r>
              <a:rPr lang="en-US" sz="4000" b="1" dirty="0">
                <a:solidFill>
                  <a:srgbClr val="FBD037"/>
                </a:solidFill>
                <a:latin typeface="Montserrat" pitchFamily="2" charset="77"/>
              </a:rPr>
              <a:t>MAIS UMA LINHA</a:t>
            </a:r>
            <a:endParaRPr lang="en-BR" sz="2000" dirty="0"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0508672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AC0FC7-4D89-36BF-2F55-DA66658BD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erson writing in a notebook in front of a camper&#10;&#10;Description automatically generated">
            <a:extLst>
              <a:ext uri="{FF2B5EF4-FFF2-40B4-BE49-F238E27FC236}">
                <a16:creationId xmlns:a16="http://schemas.microsoft.com/office/drawing/2014/main" id="{9719D8EF-F6FE-11D8-1443-787DD936B0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4C73D865-BFC6-A3D8-0A0E-C0113A9A9E62}"/>
              </a:ext>
            </a:extLst>
          </p:cNvPr>
          <p:cNvSpPr/>
          <p:nvPr/>
        </p:nvSpPr>
        <p:spPr>
          <a:xfrm>
            <a:off x="0" y="-1"/>
            <a:ext cx="9144000" cy="58691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9B518C6-8967-855F-8530-408FA22CD646}"/>
              </a:ext>
            </a:extLst>
          </p:cNvPr>
          <p:cNvSpPr/>
          <p:nvPr/>
        </p:nvSpPr>
        <p:spPr>
          <a:xfrm>
            <a:off x="0" y="-1"/>
            <a:ext cx="3090778" cy="197853"/>
          </a:xfrm>
          <a:prstGeom prst="rect">
            <a:avLst/>
          </a:prstGeom>
          <a:solidFill>
            <a:srgbClr val="2778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1819219-4C27-9573-F91D-7CF8B8F5C410}"/>
              </a:ext>
            </a:extLst>
          </p:cNvPr>
          <p:cNvSpPr txBox="1"/>
          <p:nvPr/>
        </p:nvSpPr>
        <p:spPr>
          <a:xfrm>
            <a:off x="1714298" y="3189178"/>
            <a:ext cx="5715404" cy="193899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000" b="1" dirty="0">
                <a:solidFill>
                  <a:srgbClr val="289942"/>
                </a:solidFill>
                <a:latin typeface="Montserrat" pitchFamily="2" charset="77"/>
              </a:rPr>
              <a:t>Qual a </a:t>
            </a:r>
            <a:r>
              <a:rPr lang="en-US" sz="4000" b="1" dirty="0" err="1">
                <a:solidFill>
                  <a:srgbClr val="289942"/>
                </a:solidFill>
                <a:latin typeface="Montserrat" pitchFamily="2" charset="77"/>
              </a:rPr>
              <a:t>importância</a:t>
            </a:r>
            <a:r>
              <a:rPr lang="en-US" sz="4000" b="1" dirty="0">
                <a:solidFill>
                  <a:srgbClr val="289942"/>
                </a:solidFill>
                <a:latin typeface="Montserrat" pitchFamily="2" charset="77"/>
              </a:rPr>
              <a:t> da ANFATRE no </a:t>
            </a:r>
            <a:r>
              <a:rPr lang="en-US" sz="4000" b="1" dirty="0" err="1">
                <a:solidFill>
                  <a:srgbClr val="289942"/>
                </a:solidFill>
                <a:latin typeface="Montserrat" pitchFamily="2" charset="77"/>
              </a:rPr>
              <a:t>seu</a:t>
            </a:r>
            <a:r>
              <a:rPr lang="en-US" sz="4000" b="1" dirty="0">
                <a:solidFill>
                  <a:srgbClr val="289942"/>
                </a:solidFill>
                <a:latin typeface="Montserrat" pitchFamily="2" charset="77"/>
              </a:rPr>
              <a:t> </a:t>
            </a:r>
            <a:r>
              <a:rPr lang="en-US" sz="4000" b="1" dirty="0" err="1">
                <a:solidFill>
                  <a:srgbClr val="289942"/>
                </a:solidFill>
                <a:latin typeface="Montserrat" pitchFamily="2" charset="77"/>
              </a:rPr>
              <a:t>dia</a:t>
            </a:r>
            <a:r>
              <a:rPr lang="en-US" sz="4000" b="1" dirty="0">
                <a:solidFill>
                  <a:srgbClr val="289942"/>
                </a:solidFill>
                <a:latin typeface="Montserrat" pitchFamily="2" charset="77"/>
              </a:rPr>
              <a:t> a </a:t>
            </a:r>
            <a:r>
              <a:rPr lang="en-US" sz="4000" b="1" dirty="0" err="1">
                <a:solidFill>
                  <a:srgbClr val="289942"/>
                </a:solidFill>
                <a:latin typeface="Montserrat" pitchFamily="2" charset="77"/>
              </a:rPr>
              <a:t>dia</a:t>
            </a:r>
            <a:r>
              <a:rPr lang="en-US" sz="4000" b="1" dirty="0">
                <a:solidFill>
                  <a:srgbClr val="289942"/>
                </a:solidFill>
                <a:latin typeface="Montserrat" pitchFamily="2" charset="77"/>
              </a:rPr>
              <a:t>?</a:t>
            </a:r>
            <a:endParaRPr lang="en-BR" sz="2000" dirty="0">
              <a:solidFill>
                <a:srgbClr val="289942"/>
              </a:solidFill>
              <a:latin typeface="Montserrat" pitchFamily="2" charset="77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CC2946E-6404-FCD0-9EF4-8C250D5DBDD7}"/>
              </a:ext>
            </a:extLst>
          </p:cNvPr>
          <p:cNvSpPr/>
          <p:nvPr/>
        </p:nvSpPr>
        <p:spPr>
          <a:xfrm>
            <a:off x="3026611" y="-1"/>
            <a:ext cx="3090778" cy="197853"/>
          </a:xfrm>
          <a:prstGeom prst="rect">
            <a:avLst/>
          </a:prstGeom>
          <a:solidFill>
            <a:srgbClr val="2899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60AB68E-CC04-336B-CF6D-B0B74436A1B6}"/>
              </a:ext>
            </a:extLst>
          </p:cNvPr>
          <p:cNvSpPr/>
          <p:nvPr/>
        </p:nvSpPr>
        <p:spPr>
          <a:xfrm>
            <a:off x="6053222" y="-1"/>
            <a:ext cx="3090778" cy="197853"/>
          </a:xfrm>
          <a:prstGeom prst="rect">
            <a:avLst/>
          </a:prstGeom>
          <a:solidFill>
            <a:srgbClr val="FBD0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dirty="0"/>
          </a:p>
        </p:txBody>
      </p:sp>
      <p:pic>
        <p:nvPicPr>
          <p:cNvPr id="17" name="Picture 16" descr="A black background with green and blue text&#10;&#10;Description automatically generated">
            <a:extLst>
              <a:ext uri="{FF2B5EF4-FFF2-40B4-BE49-F238E27FC236}">
                <a16:creationId xmlns:a16="http://schemas.microsoft.com/office/drawing/2014/main" id="{EF2A7325-6436-8848-530F-0BE35EFA24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0400" y="696718"/>
            <a:ext cx="4903200" cy="249246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1083D0F6-0194-F04A-5A2F-C20BDE033B68}"/>
              </a:ext>
            </a:extLst>
          </p:cNvPr>
          <p:cNvSpPr/>
          <p:nvPr/>
        </p:nvSpPr>
        <p:spPr>
          <a:xfrm>
            <a:off x="0" y="11232147"/>
            <a:ext cx="3090778" cy="197853"/>
          </a:xfrm>
          <a:prstGeom prst="rect">
            <a:avLst/>
          </a:prstGeom>
          <a:solidFill>
            <a:srgbClr val="2778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ACA9DCA-1188-0BE1-4AE5-7D30B21DE079}"/>
              </a:ext>
            </a:extLst>
          </p:cNvPr>
          <p:cNvSpPr/>
          <p:nvPr/>
        </p:nvSpPr>
        <p:spPr>
          <a:xfrm>
            <a:off x="3026611" y="11232147"/>
            <a:ext cx="3090778" cy="197853"/>
          </a:xfrm>
          <a:prstGeom prst="rect">
            <a:avLst/>
          </a:prstGeom>
          <a:solidFill>
            <a:srgbClr val="2899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F5B6D15-905B-A4C0-04B0-D397C8CEE65C}"/>
              </a:ext>
            </a:extLst>
          </p:cNvPr>
          <p:cNvSpPr/>
          <p:nvPr/>
        </p:nvSpPr>
        <p:spPr>
          <a:xfrm>
            <a:off x="6053222" y="11232147"/>
            <a:ext cx="3090778" cy="197853"/>
          </a:xfrm>
          <a:prstGeom prst="rect">
            <a:avLst/>
          </a:prstGeom>
          <a:solidFill>
            <a:srgbClr val="FBD0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dirty="0"/>
          </a:p>
        </p:txBody>
      </p:sp>
    </p:spTree>
    <p:extLst>
      <p:ext uri="{BB962C8B-B14F-4D97-AF65-F5344CB8AC3E}">
        <p14:creationId xmlns:p14="http://schemas.microsoft.com/office/powerpoint/2010/main" val="31404174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44</TotalTime>
  <Words>382</Words>
  <Application>Microsoft Macintosh PowerPoint</Application>
  <PresentationFormat>Custom</PresentationFormat>
  <Paragraphs>63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henriquesunz@outlook.com</dc:creator>
  <cp:lastModifiedBy>henriquesunz@outlook.com</cp:lastModifiedBy>
  <cp:revision>13</cp:revision>
  <dcterms:created xsi:type="dcterms:W3CDTF">2026-08-13T16:33:36Z</dcterms:created>
  <dcterms:modified xsi:type="dcterms:W3CDTF">2026-08-13T17:18:01Z</dcterms:modified>
</cp:coreProperties>
</file>