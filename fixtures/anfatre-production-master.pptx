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7da7ea4ab24c86" /><Relationship Type="http://schemas.openxmlformats.org/officeDocument/2006/relationships/extended-properties" Target="/docProps/app.xml" Id="Raa74a61bc9364719" /><Relationship Type="http://schemas.openxmlformats.org/officeDocument/2006/relationships/officeDocument" Target="/ppt/presentation.xml" Id="R06fb86d8331a463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b44ab505024365"/>
  </p:sldMasterIdLst>
  <p:notesMasterIdLst>
    <p:notesMasterId xmlns:r="http://schemas.openxmlformats.org/officeDocument/2006/relationships" r:id="Ra025f35f3fec4252"/>
  </p:notesMasterIdLst>
  <p:sldIdLst>
    <p:sldId xmlns:r="http://schemas.openxmlformats.org/officeDocument/2006/relationships" id="256" r:id="R403b9def659a4d14"/>
    <p:sldId xmlns:r="http://schemas.openxmlformats.org/officeDocument/2006/relationships" id="257" r:id="Ra7c1be9c713b4ddb"/>
    <p:sldId xmlns:r="http://schemas.openxmlformats.org/officeDocument/2006/relationships" id="258" r:id="R0657f5070705400b"/>
    <p:sldId xmlns:r="http://schemas.openxmlformats.org/officeDocument/2006/relationships" id="259" r:id="Rd1fe77b228794e60"/>
    <p:sldId xmlns:r="http://schemas.openxmlformats.org/officeDocument/2006/relationships" id="260" r:id="R6f49d8a63b0342c5"/>
    <p:sldId xmlns:r="http://schemas.openxmlformats.org/officeDocument/2006/relationships" id="261" r:id="Ra22ad34ee6024fc4"/>
    <p:sldId xmlns:r="http://schemas.openxmlformats.org/officeDocument/2006/relationships" id="262" r:id="Rb638ff2fe0a84109"/>
    <p:sldId xmlns:r="http://schemas.openxmlformats.org/officeDocument/2006/relationships" id="263" r:id="Rd98bbcf13d944422"/>
    <p:sldId xmlns:r="http://schemas.openxmlformats.org/officeDocument/2006/relationships" id="264" r:id="R917aea34b89a4fd2"/>
    <p:sldId xmlns:r="http://schemas.openxmlformats.org/officeDocument/2006/relationships" id="265" r:id="R1811fca310624203"/>
    <p:sldId xmlns:r="http://schemas.openxmlformats.org/officeDocument/2006/relationships" id="266" r:id="Rde9d5a81530b4600"/>
    <p:sldId xmlns:r="http://schemas.openxmlformats.org/officeDocument/2006/relationships" id="267" r:id="Rbc4e16188c3842b8"/>
    <p:sldId xmlns:r="http://schemas.openxmlformats.org/officeDocument/2006/relationships" id="268" r:id="R321e460fc4fa484a"/>
    <p:sldId xmlns:r="http://schemas.openxmlformats.org/officeDocument/2006/relationships" id="269" r:id="Re0cf70b105f34f35"/>
    <p:sldId xmlns:r="http://schemas.openxmlformats.org/officeDocument/2006/relationships" id="270" r:id="R1ffdefb6b74a4203"/>
    <p:sldId xmlns:r="http://schemas.openxmlformats.org/officeDocument/2006/relationships" id="271" r:id="R0c90ea9d75eb4ee2"/>
    <p:sldId xmlns:r="http://schemas.openxmlformats.org/officeDocument/2006/relationships" id="272" r:id="R5e33cc0a42424518"/>
    <p:sldId xmlns:r="http://schemas.openxmlformats.org/officeDocument/2006/relationships" id="273" r:id="R77d29efdc78b4b4e"/>
    <p:sldId xmlns:r="http://schemas.openxmlformats.org/officeDocument/2006/relationships" id="274" r:id="R9388bb8b7e6a482a"/>
    <p:sldId xmlns:r="http://schemas.openxmlformats.org/officeDocument/2006/relationships" id="275" r:id="R96885ed85af9415b"/>
    <p:sldId xmlns:r="http://schemas.openxmlformats.org/officeDocument/2006/relationships" id="276" r:id="R7ae6a08f10014d32"/>
    <p:sldId xmlns:r="http://schemas.openxmlformats.org/officeDocument/2006/relationships" id="277" r:id="R37de3058e2ad4486"/>
  </p:sldIdLst>
  <p:sldSz cx="9144000" cy="1143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689359df8ac40a3" /><Relationship Type="http://schemas.openxmlformats.org/officeDocument/2006/relationships/slideMaster" Target="/ppt/slideMasters/slideMaster1.xml" Id="R38b44ab505024365" /><Relationship Type="http://schemas.openxmlformats.org/officeDocument/2006/relationships/notesMaster" Target="/ppt/notesMasters/notesMaster1.xml" Id="Ra025f35f3fec4252" /><Relationship Type="http://schemas.openxmlformats.org/officeDocument/2006/relationships/presProps" Target="/ppt/presProps.xml" Id="R06ea88b4839b4e8c" /><Relationship Type="http://schemas.openxmlformats.org/officeDocument/2006/relationships/viewProps" Target="/ppt/viewProps.xml" Id="R5114c8be198f4418" /><Relationship Type="http://schemas.openxmlformats.org/officeDocument/2006/relationships/tableStyles" Target="/ppt/tableStyles.xml" Id="R650460a95c0247d5" /><Relationship Type="http://schemas.openxmlformats.org/officeDocument/2006/relationships/slide" Target="/ppt/slides/slide1.xml" Id="R403b9def659a4d14" /><Relationship Type="http://schemas.openxmlformats.org/officeDocument/2006/relationships/slide" Target="/ppt/slides/slide2.xml" Id="Ra7c1be9c713b4ddb" /><Relationship Type="http://schemas.openxmlformats.org/officeDocument/2006/relationships/slide" Target="/ppt/slides/slide3.xml" Id="R0657f5070705400b" /><Relationship Type="http://schemas.openxmlformats.org/officeDocument/2006/relationships/slide" Target="/ppt/slides/slide4.xml" Id="Rd1fe77b228794e60" /><Relationship Type="http://schemas.openxmlformats.org/officeDocument/2006/relationships/slide" Target="/ppt/slides/slide5.xml" Id="R6f49d8a63b0342c5" /><Relationship Type="http://schemas.openxmlformats.org/officeDocument/2006/relationships/slide" Target="/ppt/slides/slide6.xml" Id="Ra22ad34ee6024fc4" /><Relationship Type="http://schemas.openxmlformats.org/officeDocument/2006/relationships/slide" Target="/ppt/slides/slide7.xml" Id="Rb638ff2fe0a84109" /><Relationship Type="http://schemas.openxmlformats.org/officeDocument/2006/relationships/slide" Target="/ppt/slides/slide8.xml" Id="Rd98bbcf13d944422" /><Relationship Type="http://schemas.openxmlformats.org/officeDocument/2006/relationships/slide" Target="/ppt/slides/slide9.xml" Id="R917aea34b89a4fd2" /><Relationship Type="http://schemas.openxmlformats.org/officeDocument/2006/relationships/slide" Target="/ppt/slides/slide10.xml" Id="R1811fca310624203" /><Relationship Type="http://schemas.openxmlformats.org/officeDocument/2006/relationships/slide" Target="/ppt/slides/slide11.xml" Id="Rde9d5a81530b4600" /><Relationship Type="http://schemas.openxmlformats.org/officeDocument/2006/relationships/slide" Target="/ppt/slides/slide12.xml" Id="Rbc4e16188c3842b8" /><Relationship Type="http://schemas.openxmlformats.org/officeDocument/2006/relationships/slide" Target="/ppt/slides/slide13.xml" Id="R321e460fc4fa484a" /><Relationship Type="http://schemas.openxmlformats.org/officeDocument/2006/relationships/slide" Target="/ppt/slides/slide14.xml" Id="Re0cf70b105f34f35" /><Relationship Type="http://schemas.openxmlformats.org/officeDocument/2006/relationships/slide" Target="/ppt/slides/slide15.xml" Id="R1ffdefb6b74a4203" /><Relationship Type="http://schemas.openxmlformats.org/officeDocument/2006/relationships/slide" Target="/ppt/slides/slide16.xml" Id="R0c90ea9d75eb4ee2" /><Relationship Type="http://schemas.openxmlformats.org/officeDocument/2006/relationships/slide" Target="/ppt/slides/slide17.xml" Id="R5e33cc0a42424518" /><Relationship Type="http://schemas.openxmlformats.org/officeDocument/2006/relationships/slide" Target="/ppt/slides/slide18.xml" Id="R77d29efdc78b4b4e" /><Relationship Type="http://schemas.openxmlformats.org/officeDocument/2006/relationships/slide" Target="/ppt/slides/slide19.xml" Id="R9388bb8b7e6a482a" /><Relationship Type="http://schemas.openxmlformats.org/officeDocument/2006/relationships/slide" Target="/ppt/slides/slide20.xml" Id="R96885ed85af9415b" /><Relationship Type="http://schemas.openxmlformats.org/officeDocument/2006/relationships/slide" Target="/ppt/slides/slide21.xml" Id="R7ae6a08f10014d32" /><Relationship Type="http://schemas.openxmlformats.org/officeDocument/2006/relationships/slide" Target="/ppt/slides/slide22.xml" Id="R37de3058e2ad448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91c9afdedf4e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3095746763489c" /><Relationship Type="http://schemas.openxmlformats.org/officeDocument/2006/relationships/notesMaster" Target="/ppt/notesMasters/notesMaster1.xml" Id="R4d97441c15d64e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2fc2b8caf842b1" /><Relationship Type="http://schemas.openxmlformats.org/officeDocument/2006/relationships/notesMaster" Target="/ppt/notesMasters/notesMaster1.xml" Id="R4cf82f466ebf4a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e302fb9b2f493a" /><Relationship Type="http://schemas.openxmlformats.org/officeDocument/2006/relationships/notesMaster" Target="/ppt/notesMasters/notesMaster1.xml" Id="Rf88d1268092943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a3496f404044ef" /><Relationship Type="http://schemas.openxmlformats.org/officeDocument/2006/relationships/notesMaster" Target="/ppt/notesMasters/notesMaster1.xml" Id="Rd0fee7ee569f4c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b15fca87fb46ec" /><Relationship Type="http://schemas.openxmlformats.org/officeDocument/2006/relationships/notesMaster" Target="/ppt/notesMasters/notesMaster1.xml" Id="R86c3ada5c03b4a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660e077c23486f" /><Relationship Type="http://schemas.openxmlformats.org/officeDocument/2006/relationships/notesMaster" Target="/ppt/notesMasters/notesMaster1.xml" Id="R4c6a39aa352348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2391a9fc214e1f" /><Relationship Type="http://schemas.openxmlformats.org/officeDocument/2006/relationships/notesMaster" Target="/ppt/notesMasters/notesMaster1.xml" Id="R227c5b0db1bc4b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4c4d931a0d45ec" /><Relationship Type="http://schemas.openxmlformats.org/officeDocument/2006/relationships/notesMaster" Target="/ppt/notesMasters/notesMaster1.xml" Id="Rd5abd7081fde45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0f2f58b59e427b" /><Relationship Type="http://schemas.openxmlformats.org/officeDocument/2006/relationships/notesMaster" Target="/ppt/notesMasters/notesMaster1.xml" Id="Rd6e62b10fb3344d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f7bf480a0242c1" /><Relationship Type="http://schemas.openxmlformats.org/officeDocument/2006/relationships/notesMaster" Target="/ppt/notesMasters/notesMaster1.xml" Id="R4aa0ae45de054d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0143654ebb348f6" /><Relationship Type="http://schemas.openxmlformats.org/officeDocument/2006/relationships/notesMaster" Target="/ppt/notesMasters/notesMaster1.xml" Id="R674c5fbcb59d48f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a2dc4c0e6e4ec5" /><Relationship Type="http://schemas.openxmlformats.org/officeDocument/2006/relationships/notesMaster" Target="/ppt/notesMasters/notesMaster1.xml" Id="R9594fc04098f4a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e3161d692b642bd" /><Relationship Type="http://schemas.openxmlformats.org/officeDocument/2006/relationships/notesMaster" Target="/ppt/notesMasters/notesMaster1.xml" Id="R6bd1057cc9814b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7c8a93d079d4eb6" /><Relationship Type="http://schemas.openxmlformats.org/officeDocument/2006/relationships/notesMaster" Target="/ppt/notesMasters/notesMaster1.xml" Id="Rab553f76b40e42a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a35b644600448a" /><Relationship Type="http://schemas.openxmlformats.org/officeDocument/2006/relationships/notesMaster" Target="/ppt/notesMasters/notesMaster1.xml" Id="R6716ed8fca52409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3816b56eacd4010" /><Relationship Type="http://schemas.openxmlformats.org/officeDocument/2006/relationships/notesMaster" Target="/ppt/notesMasters/notesMaster1.xml" Id="R6aabb5273b07474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cbcda40d45481a" /><Relationship Type="http://schemas.openxmlformats.org/officeDocument/2006/relationships/notesMaster" Target="/ppt/notesMasters/notesMaster1.xml" Id="R48adcabb8e2b481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85fff70fdd4c89" /><Relationship Type="http://schemas.openxmlformats.org/officeDocument/2006/relationships/notesMaster" Target="/ppt/notesMasters/notesMaster1.xml" Id="Rc50314828a5f44f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b73368c5e7c42ff" /><Relationship Type="http://schemas.openxmlformats.org/officeDocument/2006/relationships/notesMaster" Target="/ppt/notesMasters/notesMaster1.xml" Id="R23d31c68a52b4ef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d04c68d8a564539" /><Relationship Type="http://schemas.openxmlformats.org/officeDocument/2006/relationships/notesMaster" Target="/ppt/notesMasters/notesMaster1.xml" Id="R89a78222d256418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5811dc834e848cc" /><Relationship Type="http://schemas.openxmlformats.org/officeDocument/2006/relationships/notesMaster" Target="/ppt/notesMasters/notesMaster1.xml" Id="Rc8e3dc367c1c499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7f5591422ff4bea" /><Relationship Type="http://schemas.openxmlformats.org/officeDocument/2006/relationships/notesMaster" Target="/ppt/notesMasters/notesMaster1.xml" Id="Rffbb5b6ebce84b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green-photo-intro-1</a:t>
            </a:r>
          </a:p>
          <a:p xmlns:a="http://schemas.openxmlformats.org/drawingml/2006/main">
            <a:r>
              <a:t>capacity: Introdução: 1 linha; destaque: até 2 linhas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green-photo-intro-2</a:t>
            </a:r>
          </a:p>
          <a:p xmlns:a="http://schemas.openxmlformats.org/drawingml/2006/main">
            <a:r>
              <a:t>capacity: Introdução: 2 linhas; destaque: até 2 linhas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green-photo-intro-3</a:t>
            </a:r>
          </a:p>
          <a:p xmlns:a="http://schemas.openxmlformats.org/drawingml/2006/main">
            <a:r>
              <a:t>capacity: Introdução: 3 linhas; destaque: até 3 linhas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green-photo-highlight-1</a:t>
            </a:r>
          </a:p>
          <a:p xmlns:a="http://schemas.openxmlformats.org/drawingml/2006/main">
            <a:r>
              <a:t>capacity: Destaque primeiro; introdução: 1 linha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green-photo-highlight-2</a:t>
            </a:r>
          </a:p>
          <a:p xmlns:a="http://schemas.openxmlformats.org/drawingml/2006/main">
            <a:r>
              <a:t>capacity: Destaque primeiro; introdução: 2 linhas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green-photo-highlight-3</a:t>
            </a:r>
          </a:p>
          <a:p xmlns:a="http://schemas.openxmlformats.org/drawingml/2006/main">
            <a:r>
              <a:t>capacity: Destaque primeiro; introdução: 3 linhas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green-photo-intro-2-alt</a:t>
            </a:r>
          </a:p>
          <a:p xmlns:a="http://schemas.openxmlformats.org/drawingml/2006/main">
            <a:r>
              <a:t>capacity: Introdução: 2 linhas; variação fotográfica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green-photo-intro-3-alt</a:t>
            </a:r>
          </a:p>
          <a:p xmlns:a="http://schemas.openxmlformats.org/drawingml/2006/main">
            <a:r>
              <a:t>capacity: Introdução: 3 linhas; variação fotográfica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blue-photo-intro-1</a:t>
            </a:r>
          </a:p>
          <a:p xmlns:a="http://schemas.openxmlformats.org/drawingml/2006/main">
            <a:r>
              <a:t>capacity: Introdução: 1 linha; destaque: até 2 linhas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blue-photo-intro-2</a:t>
            </a:r>
          </a:p>
          <a:p xmlns:a="http://schemas.openxmlformats.org/drawingml/2006/main">
            <a:r>
              <a:t>capacity: Introdução: 2 linhas; destaque: até 2 linhas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blue-photo-intro-3</a:t>
            </a:r>
          </a:p>
          <a:p xmlns:a="http://schemas.openxmlformats.org/drawingml/2006/main">
            <a:r>
              <a:t>capacity: Introdução: 3 linhas; destaque: até 3 linhas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blue-photo-highlight-1</a:t>
            </a:r>
          </a:p>
          <a:p xmlns:a="http://schemas.openxmlformats.org/drawingml/2006/main">
            <a:r>
              <a:t>capacity: Destaque primeiro; introdução: 1 linha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blue-photo-highlight-2</a:t>
            </a:r>
          </a:p>
          <a:p xmlns:a="http://schemas.openxmlformats.org/drawingml/2006/main">
            <a:r>
              <a:t>capacity: Destaque primeiro; introdução: 2 linhas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blue-photo-highlight-3</a:t>
            </a:r>
          </a:p>
          <a:p xmlns:a="http://schemas.openxmlformats.org/drawingml/2006/main">
            <a:r>
              <a:t>capacity: Destaque primeiro; introdução: 3 linhas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blue-signature-question</a:t>
            </a:r>
          </a:p>
          <a:p xmlns:a="http://schemas.openxmlformats.org/drawingml/2006/main">
            <a:r>
              <a:t>capacity: título ou pergunta curta</a:t>
            </a:r>
          </a:p>
          <a:p xmlns:a="http://schemas.openxmlformats.org/drawingml/2006/main">
            <a:r>
              <a:t>editableTokens: {{TITLE}}</a:t>
            </a:r>
          </a:p>
          <a:p xmlns:a="http://schemas.openxmlformats.org/drawingml/2006/main">
            <a:r>
              <a:t>source: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blue-photo-long-copy</a:t>
            </a:r>
          </a:p>
          <a:p xmlns:a="http://schemas.openxmlformats.org/drawingml/2006/main">
            <a:r>
              <a:t>capacity: introdução de até 3 linhas; destaque longo de até 5 linhas</a:t>
            </a:r>
          </a:p>
          <a:p xmlns:a="http://schemas.openxmlformats.org/drawingml/2006/main">
            <a:r>
              <a:t>editableTokens: {{INTRO}}, {{HIGHLIGHT_LONG}}</a:t>
            </a:r>
          </a:p>
          <a:p xmlns:a="http://schemas.openxmlformats.org/drawingml/2006/main">
            <a:r>
              <a:t>source: adaptação controlada do slide 11 de ppt-mestre.pptx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photo-question</a:t>
            </a:r>
          </a:p>
          <a:p xmlns:a="http://schemas.openxmlformats.org/drawingml/2006/main">
            <a:r>
              <a:t>capacity: introdução de 1 linha; destaque em 2 linhas</a:t>
            </a:r>
          </a:p>
          <a:p xmlns:a="http://schemas.openxmlformats.org/drawingml/2006/main">
            <a:r>
              <a:t>editableTokens: {{INTRO}}, {{HIGHLIGHT_1}}, {{HIGHLIGHT_2}}</a:t>
            </a:r>
          </a:p>
          <a:p xmlns:a="http://schemas.openxmlformats.org/drawingml/2006/main">
            <a:r>
              <a:t>source: anfatre-template-library.pptx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photo-technical</a:t>
            </a:r>
          </a:p>
          <a:p xmlns:a="http://schemas.openxmlformats.org/drawingml/2006/main">
            <a:r>
              <a:t>capacity: destaque em 2 linhas; complemento em 2 linhas</a:t>
            </a:r>
          </a:p>
          <a:p xmlns:a="http://schemas.openxmlformats.org/drawingml/2006/main">
            <a:r>
              <a:t>editableTokens: {{HIGHLIGHT_1}}, {{HIGHLIGHT_2}}, {{INTRO_1}}, {{INTRO_2}}</a:t>
            </a:r>
          </a:p>
          <a:p xmlns:a="http://schemas.openxmlformats.org/drawingml/2006/main">
            <a:r>
              <a:t>source: anfatre-template-library.pptx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photo-institutional</a:t>
            </a:r>
          </a:p>
          <a:p xmlns:a="http://schemas.openxmlformats.org/drawingml/2006/main">
            <a:r>
              <a:t>capacity: introdução em 3 linhas; destaque em 2 linhas</a:t>
            </a:r>
          </a:p>
          <a:p xmlns:a="http://schemas.openxmlformats.org/drawingml/2006/main">
            <a:r>
              <a:t>editableTokens: {{INTRO_1}}, {{INTRO_2}}, {{INTRO_3}}, {{HIGHLIGHT_1}}, {{HIGHLIGHT_2}}</a:t>
            </a:r>
          </a:p>
          <a:p xmlns:a="http://schemas.openxmlformats.org/drawingml/2006/main">
            <a:r>
              <a:t>source: anfatre-template-library.pptx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question-content-cta</a:t>
            </a:r>
          </a:p>
          <a:p xmlns:a="http://schemas.openxmlformats.org/drawingml/2006/main">
            <a:r>
              <a:t>capacity: pergunta de até 3 linhas; CTA em até 3 blocos</a:t>
            </a:r>
          </a:p>
          <a:p xmlns:a="http://schemas.openxmlformats.org/drawingml/2006/main">
            <a:r>
              <a:t>editableTokens: {{Q}}, {{CTA_1}}, {{CTA_2}}, {{CTA_3}}, {{CTA_4}}</a:t>
            </a:r>
          </a:p>
          <a:p xmlns:a="http://schemas.openxmlformats.org/drawingml/2006/main">
            <a:r>
              <a:t>source: anfatre-template-library.pptx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institutional-closing</a:t>
            </a:r>
          </a:p>
          <a:p xmlns:a="http://schemas.openxmlformats.org/drawingml/2006/main">
            <a:r>
              <a:t>capacity: introdução de 1 linha; destaque de até 2 linhas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anfatre-template-library.pptx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templateId: carousel-cover</a:t>
            </a:r>
          </a:p>
          <a:p xmlns:a="http://schemas.openxmlformats.org/drawingml/2006/main">
            <a:r>
              <a:t>capacity: título de até 2 linhas; destaque de 1 linha</a:t>
            </a:r>
          </a:p>
          <a:p xmlns:a="http://schemas.openxmlformats.org/drawingml/2006/main">
            <a:r>
              <a:t>editableTokens: {{INTRO}}, {{HIGHLIGHT}}</a:t>
            </a:r>
          </a:p>
          <a:p xmlns:a="http://schemas.openxmlformats.org/drawingml/2006/main">
            <a:r>
              <a:t>source: anfatre-template-library.pptx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d1063f70d47d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67a21b2aa64af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fb95c844b149a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62a8a288746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844722acc8429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8b0a0f3f64d5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1929cc67c045e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993e7ea14454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a8efab1ed4480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c8b1b821ee4d5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d680151e41428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E70674-B1F9-4EF0-8642-B469F69A834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870605"/>
            <a:ext cx="7772400" cy="3979333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693D26E-4A84-4E1C-A4BA-0917579CE2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6003397"/>
            <a:ext cx="6858000" cy="2759603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6101FA-A0EB-43FE-B88D-A383355FC3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E5204D-AB63-704E-AC1A-2123C3BE0DAF}" type="datetimeFigureOut">
              <a:t>13/08/26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99BB89-755E-4620-9C0E-238A961DB9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A4EE4B-A2CD-4E20-A747-D0D228BDDF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80AB8-B572-C14E-9477-C418E78350E2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F20FD-EC20-433C-988D-EA3232443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43A7640-61AA-4713-A421-B10E54F9D78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579D890-46D5-4533-8EBA-2209C38554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E5204D-AB63-704E-AC1A-2123C3BE0DAF}" type="datetimeFigureOut">
              <a:t>13/08/26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C07D9A-040F-4FF7-B02E-5DB9CC0B30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B876896-3A1F-4BB6-8548-B0339D1CAD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80AB8-B572-C14E-9477-C418E78350E2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006107-DFD8-43BC-8ED4-BF8F9BC4ED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2849566"/>
            <a:ext cx="7886700" cy="4754562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2F1A6-D537-4A3C-8970-CAF6226B29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7649107"/>
            <a:ext cx="7886700" cy="250031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9E15B9B-8DA8-4623-B745-1FF7636E46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E5204D-AB63-704E-AC1A-2123C3BE0DAF}" type="datetimeFigureOut">
              <a:t>13/08/26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68D941-9561-4F5E-99FE-0EFB0C888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00F133-5FF7-4293-831B-B809BECAE06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80AB8-B572-C14E-9477-C418E78350E2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384255-ADB0-42D9-B401-5370CA9216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3BDE2A3-6245-4417-8CB6-38E9C5DFD0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3042708"/>
            <a:ext cx="3886200" cy="72522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F94A088-30AA-4690-AFAC-84EB7C0DE2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3042708"/>
            <a:ext cx="3886200" cy="725223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A73EFBD-D78F-413C-8860-769CDA5D40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E5204D-AB63-704E-AC1A-2123C3BE0DAF}" type="datetimeFigureOut">
              <a:t>13/08/26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057378-8C3F-45B2-8F82-5E3E2F145F5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0A6A9C5-CED3-48FD-BE8A-4F13D6B9F4A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80AB8-B572-C14E-9477-C418E78350E2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64A58C8-E89A-47C9-99AB-AB4B522BEF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608544"/>
            <a:ext cx="7886700" cy="22092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516AFDA-4550-4237-89C1-757E56E834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2801938"/>
            <a:ext cx="3868340" cy="1373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972BDD4-1165-4FAB-9B21-77A5BE56FA4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4175125"/>
            <a:ext cx="3868340" cy="614098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B2B64CD-E07B-4C61-AD41-44E85995E9D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1" y="2801938"/>
            <a:ext cx="3887391" cy="1373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1E5D0CC-7077-46C0-B1F0-4EF0522D4E5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1" y="4175125"/>
            <a:ext cx="3887391" cy="614098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13E90D6-1152-4D78-A6FE-2F30B5E4F3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E5204D-AB63-704E-AC1A-2123C3BE0DAF}" type="datetimeFigureOut">
              <a:t>13/08/26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AFA1960-2FCB-4F02-94B4-1260AD097D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CE656C6-FBF7-4E1A-8657-5251F0482B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80AB8-B572-C14E-9477-C418E78350E2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A2CEA66-0281-4832-8552-E01E7BDDE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EBA71288-A1E6-4780-8529-6094C9DF72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E5204D-AB63-704E-AC1A-2123C3BE0DAF}" type="datetimeFigureOut">
              <a:t>13/08/26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EC3DEBEC-A077-42B3-AE62-1750110D54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5C086F99-8E5E-4CE5-A2EE-CA63BE292D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80AB8-B572-C14E-9477-C418E78350E2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527C2AB-B769-4C8D-A8D0-186391D10B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E5204D-AB63-704E-AC1A-2123C3BE0DAF}" type="datetimeFigureOut">
              <a:t>13/08/26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9DE505B-5CDF-4EDA-9061-5907521017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648A1708-24B5-43DC-9013-1074ED9296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80AB8-B572-C14E-9477-C418E78350E2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994101-7F56-4A8A-9158-490EFD9064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762000"/>
            <a:ext cx="2949178" cy="26670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0D71BEB-9985-4AEF-BDE0-3EEC2FAB4E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1645711"/>
            <a:ext cx="4629150" cy="81227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6389BF8-4215-4593-BA0A-1ADA3D731AC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3429000"/>
            <a:ext cx="2949178" cy="6352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EE9C376-5315-4CA9-951F-52439B37E4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E5204D-AB63-704E-AC1A-2123C3BE0DAF}" type="datetimeFigureOut">
              <a:t>13/08/26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DC9535F-4B90-4FA9-A8DF-B43CD37654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C6CCE4D-6B0F-488C-865C-FE3CE9578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80AB8-B572-C14E-9477-C418E78350E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C0AF85-7D3F-4C42-AD0F-50B54DA9B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762000"/>
            <a:ext cx="2949178" cy="26670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7EEF273-0E07-4D42-935E-70CD2A6E39F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1645711"/>
            <a:ext cx="4629150" cy="8122708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FC2828F-B8DA-4129-A153-39736871A38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3429000"/>
            <a:ext cx="2949178" cy="635264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000F1F7-E9D4-429D-B4F0-9C27DF43D12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E5204D-AB63-704E-AC1A-2123C3BE0DAF}" type="datetimeFigureOut">
              <a:t>13/08/26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7FADEB0-5B67-4B1B-95E0-89C72ED44EB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DD6DB0F-8670-4C91-8E8F-F0F40D3B7E3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80AB8-B572-C14E-9477-C418E78350E2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8A3A3E2-72B1-46E7-AD50-3C3FB3FE20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A9BCC8D-A22B-4522-9D97-9D6F349122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DAC09CE-3FA8-44C8-B802-0A774E1F469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E5204D-AB63-704E-AC1A-2123C3BE0DAF}" type="datetimeFigureOut">
              <a:t>13/08/26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3DC2278-C2DC-484F-94F6-D762DB2EF77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37A9AA3-6163-46C7-AAC2-0583FF1F09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80AB8-B572-C14E-9477-C418E78350E2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AC6FDBF-EEC7-469E-8127-E4256FCDE0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6" y="608541"/>
            <a:ext cx="1971675" cy="968639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B84E86-5B95-4EBC-92CD-D44260AD84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1" y="608541"/>
            <a:ext cx="5800725" cy="968639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2F32014-8F11-4464-9799-048B014618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AE5204D-AB63-704E-AC1A-2123C3BE0DAF}" type="datetimeFigureOut">
              <a:t>13/08/26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3E9FA6-C49D-461E-A604-96F214C7A3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441963-CCF0-443A-9260-67C9F10F61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BF80AB8-B572-C14E-9477-C418E78350E2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dfcc4efeaa4c98" /><Relationship Type="http://schemas.openxmlformats.org/officeDocument/2006/relationships/slideLayout" Target="/ppt/slideLayouts/slideLayout1.xml" Id="R2fef29a1323b4920" /><Relationship Type="http://schemas.openxmlformats.org/officeDocument/2006/relationships/slideLayout" Target="/ppt/slideLayouts/slideLayout2.xml" Id="Rdd3d1eebcc3d4efd" /><Relationship Type="http://schemas.openxmlformats.org/officeDocument/2006/relationships/slideLayout" Target="/ppt/slideLayouts/slideLayout3.xml" Id="R3fb5608202054e45" /><Relationship Type="http://schemas.openxmlformats.org/officeDocument/2006/relationships/slideLayout" Target="/ppt/slideLayouts/slideLayout4.xml" Id="Rbb0e89c2dade4281" /><Relationship Type="http://schemas.openxmlformats.org/officeDocument/2006/relationships/slideLayout" Target="/ppt/slideLayouts/slideLayout5.xml" Id="R2852240c9b8b425d" /><Relationship Type="http://schemas.openxmlformats.org/officeDocument/2006/relationships/slideLayout" Target="/ppt/slideLayouts/slideLayout6.xml" Id="R5c4e1eefeb5d4fba" /><Relationship Type="http://schemas.openxmlformats.org/officeDocument/2006/relationships/slideLayout" Target="/ppt/slideLayouts/slideLayout7.xml" Id="Re68afcb5d04744cd" /><Relationship Type="http://schemas.openxmlformats.org/officeDocument/2006/relationships/slideLayout" Target="/ppt/slideLayouts/slideLayout8.xml" Id="R1abaa8bdce2c47a5" /><Relationship Type="http://schemas.openxmlformats.org/officeDocument/2006/relationships/slideLayout" Target="/ppt/slideLayouts/slideLayout9.xml" Id="R7e9189947c744dea" /><Relationship Type="http://schemas.openxmlformats.org/officeDocument/2006/relationships/slideLayout" Target="/ppt/slideLayouts/slideLayout10.xml" Id="Rf2ce5d0aceb04fd2" /><Relationship Type="http://schemas.openxmlformats.org/officeDocument/2006/relationships/slideLayout" Target="/ppt/slideLayouts/slideLayout11.xml" Id="Rd71c13c698bd454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5A58C41-8B73-49DF-9F84-022D5BECE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608544"/>
            <a:ext cx="7886700" cy="22092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2DD65C7-B6FC-4916-AE23-E0C7A24F0E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042708"/>
            <a:ext cx="7886700" cy="7252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1D40EB9-57BA-471C-B413-18ADEF5642B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10593919"/>
            <a:ext cx="2057400" cy="6085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7AE5204D-AB63-704E-AC1A-2123C3BE0DAF}" type="datetimeFigureOut">
              <a:t>13/08/26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092226-A694-4DF4-AC7E-7DC8612A4E5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10593919"/>
            <a:ext cx="3086100" cy="6085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70AC05-39D3-4EE7-BE0A-DE4DDFD770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10593919"/>
            <a:ext cx="2057400" cy="6085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BF80AB8-B572-C14E-9477-C418E78350E2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ef29a1323b4920"/>
    <p:sldLayoutId xmlns:r="http://schemas.openxmlformats.org/officeDocument/2006/relationships" id="2147483650" r:id="Rdd3d1eebcc3d4efd"/>
    <p:sldLayoutId xmlns:r="http://schemas.openxmlformats.org/officeDocument/2006/relationships" id="2147483651" r:id="R3fb5608202054e45"/>
    <p:sldLayoutId xmlns:r="http://schemas.openxmlformats.org/officeDocument/2006/relationships" id="2147483652" r:id="Rbb0e89c2dade4281"/>
    <p:sldLayoutId xmlns:r="http://schemas.openxmlformats.org/officeDocument/2006/relationships" id="2147483653" r:id="R2852240c9b8b425d"/>
    <p:sldLayoutId xmlns:r="http://schemas.openxmlformats.org/officeDocument/2006/relationships" id="2147483654" r:id="R5c4e1eefeb5d4fba"/>
    <p:sldLayoutId xmlns:r="http://schemas.openxmlformats.org/officeDocument/2006/relationships" id="2147483655" r:id="Re68afcb5d04744cd"/>
    <p:sldLayoutId xmlns:r="http://schemas.openxmlformats.org/officeDocument/2006/relationships" id="2147483656" r:id="R1abaa8bdce2c47a5"/>
    <p:sldLayoutId xmlns:r="http://schemas.openxmlformats.org/officeDocument/2006/relationships" id="2147483657" r:id="R7e9189947c744dea"/>
    <p:sldLayoutId xmlns:r="http://schemas.openxmlformats.org/officeDocument/2006/relationships" id="2147483658" r:id="Rf2ce5d0aceb04fd2"/>
    <p:sldLayoutId xmlns:r="http://schemas.openxmlformats.org/officeDocument/2006/relationships" id="2147483659" r:id="Rd71c13c698bd454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607561d7644c6" /><Relationship Type="http://schemas.openxmlformats.org/officeDocument/2006/relationships/image" Target="/ppt/media/image.png" Id="Rc0f21822cd0347d6" /><Relationship Type="http://schemas.openxmlformats.org/officeDocument/2006/relationships/notesSlide" Target="/ppt/notesSlides/notesSlide1.xml" Id="R162d4463cc0e47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1af9263464da2" /><Relationship Type="http://schemas.openxmlformats.org/officeDocument/2006/relationships/image" Target="/ppt/media/image.png" Id="R6f357ac4e269484a" /><Relationship Type="http://schemas.openxmlformats.org/officeDocument/2006/relationships/notesSlide" Target="/ppt/notesSlides/notesSlide2.xml" Id="R6572c831393147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5f04501d44b5b" /><Relationship Type="http://schemas.openxmlformats.org/officeDocument/2006/relationships/image" Target="/ppt/media/image.png" Id="Rd58223249b41420b" /><Relationship Type="http://schemas.openxmlformats.org/officeDocument/2006/relationships/notesSlide" Target="/ppt/notesSlides/notesSlide3.xml" Id="R64d5021cc19c42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09974bc794fc3" /><Relationship Type="http://schemas.openxmlformats.org/officeDocument/2006/relationships/image" Target="/ppt/media/image.png" Id="Rca4e6dadec89494a" /><Relationship Type="http://schemas.openxmlformats.org/officeDocument/2006/relationships/notesSlide" Target="/ppt/notesSlides/notesSlide4.xml" Id="R62ba8561ac5e4c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f0a6feded04102" /><Relationship Type="http://schemas.openxmlformats.org/officeDocument/2006/relationships/image" Target="/ppt/media/image.png" Id="R10c9d80e5fe049e7" /><Relationship Type="http://schemas.openxmlformats.org/officeDocument/2006/relationships/notesSlide" Target="/ppt/notesSlides/notesSlide5.xml" Id="R6f0376ee9c104d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88ad9a0914fbf" /><Relationship Type="http://schemas.openxmlformats.org/officeDocument/2006/relationships/image" Target="/ppt/media/image.png" Id="Ra617a198e2124c93" /><Relationship Type="http://schemas.openxmlformats.org/officeDocument/2006/relationships/notesSlide" Target="/ppt/notesSlides/notesSlide6.xml" Id="R4a203a2cbf954a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7f08029a90450b" /><Relationship Type="http://schemas.openxmlformats.org/officeDocument/2006/relationships/image" Target="/ppt/media/image.png" Id="R3f73eaf127314124" /><Relationship Type="http://schemas.openxmlformats.org/officeDocument/2006/relationships/notesSlide" Target="/ppt/notesSlides/notesSlide7.xml" Id="Rdff78b1f3dfa48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2fd9dbd0b4d4b" /><Relationship Type="http://schemas.openxmlformats.org/officeDocument/2006/relationships/image" Target="/ppt/media/image.png" Id="R74139467953b4256" /><Relationship Type="http://schemas.openxmlformats.org/officeDocument/2006/relationships/notesSlide" Target="/ppt/notesSlides/notesSlide8.xml" Id="R35b16e9d137049b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215057b484a91" /><Relationship Type="http://schemas.openxmlformats.org/officeDocument/2006/relationships/image" Target="/ppt/media/image.png" Id="R5c4a795b8a99446e" /><Relationship Type="http://schemas.openxmlformats.org/officeDocument/2006/relationships/notesSlide" Target="/ppt/notesSlides/notesSlide9.xml" Id="R4f6988c06abc44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d93f050eb94709" /><Relationship Type="http://schemas.openxmlformats.org/officeDocument/2006/relationships/image" Target="/ppt/media/image.png" Id="R16ed5b81c5c34d5c" /><Relationship Type="http://schemas.openxmlformats.org/officeDocument/2006/relationships/notesSlide" Target="/ppt/notesSlides/notesSlide10.xml" Id="Ra4c9ba9addc749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64c4be6284854" /><Relationship Type="http://schemas.openxmlformats.org/officeDocument/2006/relationships/image" Target="/ppt/media/image.png" Id="R0969baff9b54423e" /><Relationship Type="http://schemas.openxmlformats.org/officeDocument/2006/relationships/notesSlide" Target="/ppt/notesSlides/notesSlide11.xml" Id="Rb987a247ba0a4f3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b210f6256e4af6" /><Relationship Type="http://schemas.openxmlformats.org/officeDocument/2006/relationships/image" Target="/ppt/media/image.png" Id="R5cd4ba6bc1ca4370" /><Relationship Type="http://schemas.openxmlformats.org/officeDocument/2006/relationships/notesSlide" Target="/ppt/notesSlides/notesSlide12.xml" Id="R1c5f098249a848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c2e9b866149d4" /><Relationship Type="http://schemas.openxmlformats.org/officeDocument/2006/relationships/image" Target="/ppt/media/image.png" Id="R1f68d91b8a2847a6" /><Relationship Type="http://schemas.openxmlformats.org/officeDocument/2006/relationships/notesSlide" Target="/ppt/notesSlides/notesSlide13.xml" Id="Rc8440b89ea6044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91e8142024759" /><Relationship Type="http://schemas.openxmlformats.org/officeDocument/2006/relationships/image" Target="/ppt/media/image.png" Id="R75b1f8e092e74f87" /><Relationship Type="http://schemas.openxmlformats.org/officeDocument/2006/relationships/notesSlide" Target="/ppt/notesSlides/notesSlide14.xml" Id="Rdfac8719fbb6441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304e00d634bd3" /><Relationship Type="http://schemas.openxmlformats.org/officeDocument/2006/relationships/image" Target="/ppt/media/image.png" Id="Rb7ef57d997dc42bd" /><Relationship Type="http://schemas.openxmlformats.org/officeDocument/2006/relationships/image" Target="/ppt/media/image2.png" Id="R7585be724ff04534" /><Relationship Type="http://schemas.openxmlformats.org/officeDocument/2006/relationships/notesSlide" Target="/ppt/notesSlides/notesSlide15.xml" Id="Rb9e7510d51664fb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4b678bc1b4c82" /><Relationship Type="http://schemas.openxmlformats.org/officeDocument/2006/relationships/image" Target="/ppt/media/image.png" Id="R2a3f09ddeece44f7" /><Relationship Type="http://schemas.openxmlformats.org/officeDocument/2006/relationships/notesSlide" Target="/ppt/notesSlides/notesSlide16.xml" Id="R58eb2b22a34d4fd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16a6e3e81405e" /><Relationship Type="http://schemas.openxmlformats.org/officeDocument/2006/relationships/image" Target="/ppt/media/image.jpeg" Id="R091d81404a0c4e81" /><Relationship Type="http://schemas.openxmlformats.org/officeDocument/2006/relationships/notesSlide" Target="/ppt/notesSlides/notesSlide17.xml" Id="R308467e6d74b408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b76a0352be47da" /><Relationship Type="http://schemas.openxmlformats.org/officeDocument/2006/relationships/image" Target="/ppt/media/image2.jpeg" Id="Rb8b42218e3fd4197" /><Relationship Type="http://schemas.openxmlformats.org/officeDocument/2006/relationships/notesSlide" Target="/ppt/notesSlides/notesSlide18.xml" Id="Rc2e6da34854e401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18ada811841e1" /><Relationship Type="http://schemas.openxmlformats.org/officeDocument/2006/relationships/image" Target="/ppt/media/image.png" Id="Rdb01a2b790ac4e47" /><Relationship Type="http://schemas.openxmlformats.org/officeDocument/2006/relationships/notesSlide" Target="/ppt/notesSlides/notesSlide19.xml" Id="R35bd60d034ca4fd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404748d5b84c37" /><Relationship Type="http://schemas.openxmlformats.org/officeDocument/2006/relationships/image" Target="/ppt/media/image.svg" Id="R9a2664f2247a4e9d" /><Relationship Type="http://schemas.openxmlformats.org/officeDocument/2006/relationships/image" Target="/ppt/media/image.png" Id="Rbd04101d1f414b78" /><Relationship Type="http://schemas.openxmlformats.org/officeDocument/2006/relationships/image" Target="/ppt/media/image2.svg" Id="R75ae03ae0dee4473" /><Relationship Type="http://schemas.openxmlformats.org/officeDocument/2006/relationships/image" Target="/ppt/media/image2.png" Id="R118aed38f93d40a9" /><Relationship Type="http://schemas.openxmlformats.org/officeDocument/2006/relationships/image" Target="/ppt/media/image3.png" Id="R04c6a1d458ba427e" /><Relationship Type="http://schemas.openxmlformats.org/officeDocument/2006/relationships/image" Target="/ppt/media/image3.svg" Id="Rf2fa09fa77d6476b" /><Relationship Type="http://schemas.openxmlformats.org/officeDocument/2006/relationships/image" Target="/ppt/media/image4.png" Id="R8b4b4d132d2f4343" /><Relationship Type="http://schemas.openxmlformats.org/officeDocument/2006/relationships/image" Target="/ppt/media/image4.svg" Id="Rb4b3288dfc154825" /><Relationship Type="http://schemas.openxmlformats.org/officeDocument/2006/relationships/image" Target="/ppt/media/image5.png" Id="Rb188cb5767a64b0c" /><Relationship Type="http://schemas.openxmlformats.org/officeDocument/2006/relationships/image" Target="/ppt/media/image5.svg" Id="R7560c35586964109" /><Relationship Type="http://schemas.openxmlformats.org/officeDocument/2006/relationships/image" Target="/ppt/media/image6.png" Id="R695142da1b5541ef" /><Relationship Type="http://schemas.openxmlformats.org/officeDocument/2006/relationships/image" Target="/ppt/media/image6.svg" Id="Rab7bd9ee50574aff" /><Relationship Type="http://schemas.openxmlformats.org/officeDocument/2006/relationships/image" Target="/ppt/media/image7.png" Id="R93be24ab73104385" /><Relationship Type="http://schemas.openxmlformats.org/officeDocument/2006/relationships/image" Target="/ppt/media/image7.svg" Id="Rafa15d4eb0624bfe" /><Relationship Type="http://schemas.openxmlformats.org/officeDocument/2006/relationships/image" Target="/ppt/media/image8.png" Id="Reef5b6d1866345d2" /><Relationship Type="http://schemas.openxmlformats.org/officeDocument/2006/relationships/image" Target="/ppt/media/image8.svg" Id="Raf4d7e61ff394dd9" /><Relationship Type="http://schemas.openxmlformats.org/officeDocument/2006/relationships/image" Target="/ppt/media/image9.png" Id="Rf927f90939e24a4f" /><Relationship Type="http://schemas.openxmlformats.org/officeDocument/2006/relationships/image" Target="/ppt/media/image9.svg" Id="R6ccfae552b16450a" /><Relationship Type="http://schemas.openxmlformats.org/officeDocument/2006/relationships/image" Target="/ppt/media/image10.png" Id="Ra1354cf29ac845c0" /><Relationship Type="http://schemas.openxmlformats.org/officeDocument/2006/relationships/image" Target="/ppt/media/image10.svg" Id="Rf6d82f0f4be948e5" /><Relationship Type="http://schemas.openxmlformats.org/officeDocument/2006/relationships/image" Target="/ppt/media/image11.png" Id="R50f0da66137641bd" /><Relationship Type="http://schemas.openxmlformats.org/officeDocument/2006/relationships/image" Target="/ppt/media/image11.svg" Id="R1869bf8d2c2a4013" /><Relationship Type="http://schemas.openxmlformats.org/officeDocument/2006/relationships/notesSlide" Target="/ppt/notesSlides/notesSlide20.xml" Id="Rfc3e53efd0e848e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9eea18fa647b9" /><Relationship Type="http://schemas.openxmlformats.org/officeDocument/2006/relationships/image" Target="/ppt/media/image12.png" Id="R23ac91f9e77d49e4" /><Relationship Type="http://schemas.openxmlformats.org/officeDocument/2006/relationships/image" Target="/ppt/media/image12.svg" Id="Rc90dcc51e8fb4893" /><Relationship Type="http://schemas.openxmlformats.org/officeDocument/2006/relationships/image" Target="/ppt/media/image13.png" Id="R70d05563f8da4f8e" /><Relationship Type="http://schemas.openxmlformats.org/officeDocument/2006/relationships/image" Target="/ppt/media/image13.svg" Id="R70894494599045f2" /><Relationship Type="http://schemas.openxmlformats.org/officeDocument/2006/relationships/image" Target="/ppt/media/image14.png" Id="R65e709d850304a68" /><Relationship Type="http://schemas.openxmlformats.org/officeDocument/2006/relationships/image" Target="/ppt/media/image14.svg" Id="R7b85227324754ef4" /><Relationship Type="http://schemas.openxmlformats.org/officeDocument/2006/relationships/image" Target="/ppt/media/image15.png" Id="Rbdd8ec77173549d6" /><Relationship Type="http://schemas.openxmlformats.org/officeDocument/2006/relationships/image" Target="/ppt/media/image15.svg" Id="Re0a761f3cfbf4336" /><Relationship Type="http://schemas.openxmlformats.org/officeDocument/2006/relationships/image" Target="/ppt/media/image16.png" Id="R9bce9a59a570407b" /><Relationship Type="http://schemas.openxmlformats.org/officeDocument/2006/relationships/image" Target="/ppt/media/image16.svg" Id="R928e2eee72944c9c" /><Relationship Type="http://schemas.openxmlformats.org/officeDocument/2006/relationships/image" Target="/ppt/media/image17.png" Id="Rd807963cf78d4527" /><Relationship Type="http://schemas.openxmlformats.org/officeDocument/2006/relationships/image" Target="/ppt/media/image17.svg" Id="R83b725b7b9b845da" /><Relationship Type="http://schemas.openxmlformats.org/officeDocument/2006/relationships/image" Target="/ppt/media/image18.png" Id="Rb0cb150b5a4747a7" /><Relationship Type="http://schemas.openxmlformats.org/officeDocument/2006/relationships/image" Target="/ppt/media/image18.svg" Id="R1b55c154f75f4676" /><Relationship Type="http://schemas.openxmlformats.org/officeDocument/2006/relationships/image" Target="/ppt/media/image19.png" Id="R0927d116bddf4a91" /><Relationship Type="http://schemas.openxmlformats.org/officeDocument/2006/relationships/image" Target="/ppt/media/image19.svg" Id="Rb359cbad5d374cc9" /><Relationship Type="http://schemas.openxmlformats.org/officeDocument/2006/relationships/image" Target="/ppt/media/image20.png" Id="R79ab64bb1f0241ac" /><Relationship Type="http://schemas.openxmlformats.org/officeDocument/2006/relationships/image" Target="/ppt/media/image20.svg" Id="Rba081c3971034aa9" /><Relationship Type="http://schemas.openxmlformats.org/officeDocument/2006/relationships/image" Target="/ppt/media/image21.png" Id="R68da64167cc1465e" /><Relationship Type="http://schemas.openxmlformats.org/officeDocument/2006/relationships/image" Target="/ppt/media/image21.svg" Id="R970dc79b929f4089" /><Relationship Type="http://schemas.openxmlformats.org/officeDocument/2006/relationships/image" Target="/ppt/media/image22.png" Id="Rf85df118d2504a16" /><Relationship Type="http://schemas.openxmlformats.org/officeDocument/2006/relationships/image" Target="/ppt/media/image22.svg" Id="Rb7a783b9fdff43f2" /><Relationship Type="http://schemas.openxmlformats.org/officeDocument/2006/relationships/notesSlide" Target="/ppt/notesSlides/notesSlide21.xml" Id="Rb0fa3ca122ff411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b916cf1134335" /><Relationship Type="http://schemas.openxmlformats.org/officeDocument/2006/relationships/image" Target="/ppt/media/image22.png" Id="R2819190c99af4e23" /><Relationship Type="http://schemas.openxmlformats.org/officeDocument/2006/relationships/image" Target="/ppt/media/image23.png" Id="R251e01fdc9a74838" /><Relationship Type="http://schemas.openxmlformats.org/officeDocument/2006/relationships/image" Target="/ppt/media/image23.svg" Id="R62a9540c28b04968" /><Relationship Type="http://schemas.openxmlformats.org/officeDocument/2006/relationships/image" Target="/ppt/media/image24.png" Id="Re7e9300e2c144ced" /><Relationship Type="http://schemas.openxmlformats.org/officeDocument/2006/relationships/image" Target="/ppt/media/image24.svg" Id="R6bc1c432948f4127" /><Relationship Type="http://schemas.openxmlformats.org/officeDocument/2006/relationships/image" Target="/ppt/media/image25.png" Id="Rffc20852442e4c20" /><Relationship Type="http://schemas.openxmlformats.org/officeDocument/2006/relationships/image" Target="/ppt/media/image25.svg" Id="Rba85dcfbc6ac4c13" /><Relationship Type="http://schemas.openxmlformats.org/officeDocument/2006/relationships/image" Target="/ppt/media/image26.png" Id="R97d962c1024c4255" /><Relationship Type="http://schemas.openxmlformats.org/officeDocument/2006/relationships/image" Target="/ppt/media/image26.svg" Id="R574fc23df2564322" /><Relationship Type="http://schemas.openxmlformats.org/officeDocument/2006/relationships/image" Target="/ppt/media/image27.png" Id="Re5bc36444845464a" /><Relationship Type="http://schemas.openxmlformats.org/officeDocument/2006/relationships/image" Target="/ppt/media/image27.svg" Id="R47dc2a15e3d34636" /><Relationship Type="http://schemas.openxmlformats.org/officeDocument/2006/relationships/image" Target="/ppt/media/image28.png" Id="Rdbb4b4a6619b4aa0" /><Relationship Type="http://schemas.openxmlformats.org/officeDocument/2006/relationships/image" Target="/ppt/media/image28.svg" Id="R089c9ed83cd04a9b" /><Relationship Type="http://schemas.openxmlformats.org/officeDocument/2006/relationships/image" Target="/ppt/media/image29.png" Id="R38fb14b7d84b44de" /><Relationship Type="http://schemas.openxmlformats.org/officeDocument/2006/relationships/image" Target="/ppt/media/image29.svg" Id="R76a640801cba46ee" /><Relationship Type="http://schemas.openxmlformats.org/officeDocument/2006/relationships/image" Target="/ppt/media/image30.png" Id="R043c3213226344a5" /><Relationship Type="http://schemas.openxmlformats.org/officeDocument/2006/relationships/image" Target="/ppt/media/image30.svg" Id="R676497cb46154922" /><Relationship Type="http://schemas.openxmlformats.org/officeDocument/2006/relationships/image" Target="/ppt/media/image31.png" Id="Rba885dd742bf40e6" /><Relationship Type="http://schemas.openxmlformats.org/officeDocument/2006/relationships/image" Target="/ppt/media/image31.svg" Id="R7de75d49008043ec" /><Relationship Type="http://schemas.openxmlformats.org/officeDocument/2006/relationships/image" Target="/ppt/media/image32.png" Id="R080ffb829ad84f9d" /><Relationship Type="http://schemas.openxmlformats.org/officeDocument/2006/relationships/image" Target="/ppt/media/image32.svg" Id="Rd9b268a359ee46e0" /><Relationship Type="http://schemas.openxmlformats.org/officeDocument/2006/relationships/image" Target="/ppt/media/image33.png" Id="Ree25553452ce4055" /><Relationship Type="http://schemas.openxmlformats.org/officeDocument/2006/relationships/image" Target="/ppt/media/image33.svg" Id="R543d0bccc32044ed" /><Relationship Type="http://schemas.openxmlformats.org/officeDocument/2006/relationships/notesSlide" Target="/ppt/notesSlides/notesSlide22.xml" Id="R0932f076fbc9417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21822cd0347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1C0A2AA-79A3-A6DA-63D1-6BF0086E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377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D4B79D4-8468-B2E5-2E87-1A66BAD2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1951108"/>
            <a:ext cx="553137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9210A0B-1BBC-F4BE-0A1B-BEFCA174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15" y="2429552"/>
            <a:ext cx="5531370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0DA3A30-6B9B-965D-EF90-633185DF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BF41499-5687-D7D2-FEF7-C37A7087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19AF74E-880E-0988-1BDE-578C5507A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7C127D8-ECDF-3786-9955-63A90134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2D6F497-3E80-528E-4107-8C74F86F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48576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357ac4e26948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97932F5-3814-3B62-AE9A-8F2CAB11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377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853481B-01B7-836E-D9CD-96220AEA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1743359"/>
            <a:ext cx="553137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0459836-26E8-7395-58FE-BCB0726F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15" y="2653149"/>
            <a:ext cx="5531370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2F968EF-4881-15A2-F6D8-A18DC99E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405B87B-27F3-B65E-3838-B58918AE2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4CC7350-469F-C8D0-9B1A-A2AC39AA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26690C-105B-49B3-D151-6E67C47D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82CBED0-E304-7CB0-48D1-0AA9CA2C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68270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223249b4142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89C0653-2EA7-E721-50B9-81E90175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447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F37C32E-B8C1-A922-A3F1-389B3DF6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1842917"/>
            <a:ext cx="553137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10A3A84-55F4-659C-7C33-2536DC8E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31" y="3169131"/>
            <a:ext cx="5002967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FA9D677-0F1E-1518-BCDB-402D74DE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59DA0E3-DD9D-7135-FFB8-D605A1A7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3E81A2F-89D5-31B1-4544-211E59F9A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B2EFEF5-77CE-54C0-3AD2-32BD1FF2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1882711-0568-4CA5-12CC-1B2BB029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62745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e6dadec8949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406E284-AE90-E905-EB23-AAABFB65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377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46948C1-6C5E-2382-FE21-0337BAF4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3610844"/>
            <a:ext cx="553137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A650531-DA23-4E72-D5DB-6B90CDC0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15" y="1803359"/>
            <a:ext cx="5531370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0DA5A3-E84B-1468-AB7D-FCCFD1FA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756A02C-706B-741D-5B3D-58023DB3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629B2-4D7A-4630-DC09-6C017D7E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27F87C0B-E03E-9F27-24CB-4CE4478B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7A23E17-0B0C-C477-258F-74450CE1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187854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c9d80e5fe049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AC75024-2D23-02FF-094D-811CACFB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377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ECBB0EF-4100-F58B-08B8-6927E364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3480623"/>
            <a:ext cx="553137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2FC220B-B432-8489-B295-DF1002BC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15" y="1732665"/>
            <a:ext cx="5531370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76E9BB-0465-685F-CDB3-1765F59E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4751D6-1E34-36B7-C7EA-295F92FB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F3217B-C82A-DC3C-5922-E6113238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D08450D-32A5-F7EB-6557-4BB8A630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7384637-3D7C-9EB7-365D-1D12290E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25831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7a198e2124c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F209A8E-7919-31E0-74A8-0A6DC7395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447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D53FEC5-F871-95F6-AF4D-38A2CE27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3688045"/>
            <a:ext cx="553137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DAC628-F2C3-C6BC-BF75-C780485D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31" y="1843647"/>
            <a:ext cx="5002967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34ACEC-8C33-C43D-14D3-03786554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D88100D-C720-1900-4D62-8CDB978CF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BAC2F20-27B1-EDD3-2210-A889E17C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D07269A-5437-D064-3174-6E591105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61A2EAF-7561-4250-B768-EF705A5F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39149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3eaf1273141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97932F5-3814-3B62-AE9A-8F2CAB11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377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853481B-01B7-836E-D9CD-96220AEA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1743359"/>
            <a:ext cx="553137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0459836-26E8-7395-58FE-BCB0726F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15" y="2653149"/>
            <a:ext cx="5531370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118E31-771D-3931-200D-A65F3D7D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FFB3B24-5E69-F62E-F09C-0EE144B4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7383154-F7FE-28BB-C3D5-2601BED20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535FA29-CC8F-1FAF-1ADA-89661210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F1EF748-46DC-54D3-B063-3E303207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574008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139467953b42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89C0653-2EA7-E721-50B9-81E90175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447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F37C32E-B8C1-A922-A3F1-389B3DF6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1842917"/>
            <a:ext cx="553137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10A3A84-55F4-659C-7C33-2536DC8E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31" y="3169131"/>
            <a:ext cx="5002967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D14BF2-37CE-D9E5-7355-58662F54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5E7A4E-BC06-8403-8B27-15F1A550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D92E1C3-8F07-452F-000C-B3EAA10C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931F6EB-E537-57ED-E00F-2C91DB4B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6B6A069-6E38-D23F-CEED-5DA2C31F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79279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a795b8a9944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1A31370-2508-5838-212D-7D5771FA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377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8C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EC9D268-2B42-C8CD-B978-73E5C02D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1951108"/>
            <a:ext cx="553137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6351C2F-53DC-306B-FF7A-9D8DBBBE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15" y="2429552"/>
            <a:ext cx="5531370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135E2C-0851-8EFA-E1B7-84187B80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8A520D-3143-FF3F-E5B0-C6F159D2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342B4E-63EA-32B2-F1BB-D82053B3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77E9309-ED99-9DD7-A753-6ECD05C5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C5B41FB-C2C9-1185-21E9-1BACBAAF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547485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d5b81c5c34d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DAB323D-357E-3054-69CF-D25150B3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377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8C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E628DA9-F0AE-F3DB-75C1-4F842D3C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1743359"/>
            <a:ext cx="553137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0A59513-81A6-0C96-0205-5363ED79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15" y="2653149"/>
            <a:ext cx="5531370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EC88869-E4FD-9E15-3ED9-E28F2428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64AE99-E132-A890-4FF1-B7A46372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D41070-DF9C-00EE-8391-2164F963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6B3F374-48C9-BD4A-6FA7-49B68130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CD8C201-75C3-8782-C4BF-1ADC20EC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741243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69baff9b5442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03CFC0-EAE1-F991-D330-9222E4FB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447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8C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FF34724-5ECF-F1D1-314D-06E80001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1842917"/>
            <a:ext cx="553137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403FABB-3C72-D70A-F8DE-0B8D8EC5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31" y="3169131"/>
            <a:ext cx="5002967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3D99048-F9A2-242B-88D4-87503167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DACF6F-C5B6-30D9-5357-66EF3FE5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3772A8A-DB33-3AD0-D5C8-D927E626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94020AA-6AFF-058C-2895-BD1AC702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53CCC74-E9D0-52E1-943F-D1A245BD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14419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4ba6bc1ca43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4ED9258-DDD8-CA49-F74F-0E044361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377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8C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74231E9-F2F2-CE00-F5A1-2F363060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3610844"/>
            <a:ext cx="553137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12919F8-9E22-4ED4-999B-BCB75CAE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15" y="1803359"/>
            <a:ext cx="5531370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8AA629F-01B9-D437-9795-F734A615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05A7E70-FFB8-DFF2-D34F-530E7196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31D95FF-14A2-410C-6C2F-5F7CACB4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56E2EC1-F363-85F3-D6B9-DB9D47FDE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3628C7C-8F69-032C-0445-9B2E5A60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862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8d91b8a2847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E0AB02A-B380-FA85-6A20-C9D37AFA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3777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8C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09FFDB7-EB78-E20C-8786-AB7E23498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3480623"/>
            <a:ext cx="553137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E197969-25E0-6135-DDA8-69C97E31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6315" y="1732665"/>
            <a:ext cx="5531370" cy="175432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AFCD329-DDED-F8AB-EF55-139ACFE5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B92A7F1-C84A-46AE-75B4-64072443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3176D13-FED1-A552-77E6-80D63EB6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9088772-93DA-79F3-FFBC-985E5718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88E588F-91D0-CEC7-C05B-0163D1FF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145328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1f8e092e74f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9AF6367-7D42-BDF5-79BE-AA6B914C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447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8C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6669319-769A-51EE-0586-28E2A07A2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92BFE46-A894-221B-D8BF-EEF00EF8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4BCCC562-D4C1-DE04-0F3B-D1C12EC4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79BD24C-2005-C131-AAD8-F0B388273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2FAE721-EF65-E6CA-A4F7-68E1DF14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1381436-0BAD-930F-6C65-74CB427E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3688045"/>
            <a:ext cx="553137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8ABC87-8313-52FD-1DBE-9105A0C7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31" y="1843647"/>
            <a:ext cx="5002967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</p:spTree>
    <p:extLst>
      <p:ext uri="{BB962C8B-B14F-4D97-AF65-F5344CB8AC3E}">
        <p14:creationId xmlns:p14="http://schemas.microsoft.com/office/powerpoint/2010/main" val="305086721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ef57d997dc42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4C73D865-BFC6-A3D8-0A0E-C0113A9A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9144000" cy="586917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9B518C6-8967-855F-8530-408FA22C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3090778" cy="197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8C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1819219-4C27-9573-F91D-7CF8B8F5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298" y="3189178"/>
            <a:ext cx="5715404" cy="193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000" b="1">
                <a:solidFill>
                  <a:srgbClr val="289942"/>
                </a:solidFill>
                <a:latin typeface="Montserrat"/>
                <a:ea typeface="Montserrat"/>
                <a:cs typeface="Montserrat"/>
              </a:rPr>
              <a:t>{{TITLE}}</a:t>
            </a:r>
            <a:endParaRPr sz="2000">
              <a:solidFill>
                <a:srgbClr val="289942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CC2946E-6404-FCD0-9EF4-8C250D5DB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11" y="-1"/>
            <a:ext cx="3090778" cy="197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60AB68E-CC04-336B-CF6D-B0B74436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222" y="-1"/>
            <a:ext cx="3090778" cy="197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30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5be724ff045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120400" y="696718"/>
            <a:ext cx="4903200" cy="2492460"/>
          </a:xfrm>
          <a:prstGeom xmlns:a="http://schemas.openxmlformats.org/drawingml/2006/main" prst="rect">
            <a:avLst/>
          </a:prstGeom>
        </p:spPr>
      </p:pic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083D0F6-0194-F04A-5A2F-C20BDE03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2147"/>
            <a:ext cx="3090778" cy="197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8C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ACA9DCA-1188-0BE1-4AE5-7D30B21D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6611" y="11232147"/>
            <a:ext cx="3090778" cy="197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F5B6D15-905B-A4C0-04B0-D397C8CE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222" y="11232147"/>
            <a:ext cx="3090778" cy="1978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041745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f09ddeece44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03CFC0-EAE1-F991-D330-9222E4FB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4218" cy="44716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8C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FF34724-5ECF-F1D1-314D-06E80001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830" y="1842917"/>
            <a:ext cx="5531370" cy="1325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>
                <a:solidFill>
                  <a:schemeClr val="bg1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403FABB-3C72-D70A-F8DE-0B8D8EC5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8031" y="3105150"/>
            <a:ext cx="5002967" cy="209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BD037"/>
                </a:solidFill>
                <a:latin typeface="Montserrat"/>
                <a:ea typeface="Montserrat"/>
                <a:cs typeface="Montserrat"/>
              </a:rPr>
              <a:t>{{HIGHLIGHT_LONG}}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3D99048-F9A2-242B-88D4-875031672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884589"/>
            <a:ext cx="7349587" cy="1108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DDACF6F-C5B6-30D9-5357-66EF3FE5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076471"/>
            <a:ext cx="7349587" cy="64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3772A8A-DB33-3AD0-D5C8-D927E626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22524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94020AA-6AFF-058C-2895-BD1AC702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396691"/>
            <a:ext cx="7349587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53CCC74-E9D0-52E1-943F-D1A245BD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891" y="1550349"/>
            <a:ext cx="7349369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D03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814419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C2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1d81404a0c4e8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2" name="painel-de-cor-editavel">
            <a:extLst xmlns:a="http://schemas.openxmlformats.org/drawingml/2006/main">
              <a:ext uri="{FF2B5EF4-FFF2-40B4-BE49-F238E27FC236}">
                <a16:creationId xmlns:a16="http://schemas.microsoft.com/office/drawing/2014/main" id="{932CB63C-CDEC-4647-B4F5-673FEB35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2800"/>
            <a:ext cx="7315200" cy="3183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3" name="listras-sobre-painel-fundo">
            <a:extLst xmlns:a="http://schemas.openxmlformats.org/drawingml/2006/main">
              <a:ext uri="{FF2B5EF4-FFF2-40B4-BE49-F238E27FC236}">
                <a16:creationId xmlns:a16="http://schemas.microsoft.com/office/drawing/2014/main" id="{DE152898-AFE7-4547-B84A-3B081A88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2800"/>
            <a:ext cx="7315200" cy="575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4" name="listras-sobre-painel-principal">
            <a:extLst xmlns:a="http://schemas.openxmlformats.org/drawingml/2006/main">
              <a:ext uri="{FF2B5EF4-FFF2-40B4-BE49-F238E27FC236}">
                <a16:creationId xmlns:a16="http://schemas.microsoft.com/office/drawing/2014/main" id="{F18D0AF7-CA46-4BC8-B110-4123209C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2800"/>
            <a:ext cx="7315200" cy="135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5" name="listras-sobre-painel-linha-1">
            <a:extLst xmlns:a="http://schemas.openxmlformats.org/drawingml/2006/main">
              <a:ext uri="{FF2B5EF4-FFF2-40B4-BE49-F238E27FC236}">
                <a16:creationId xmlns:a16="http://schemas.microsoft.com/office/drawing/2014/main" id="{3EDF811F-9D08-4C61-AB77-5B4D9EC6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7533"/>
            <a:ext cx="7315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6" name="listras-sobre-painel-linha-2">
            <a:extLst xmlns:a="http://schemas.openxmlformats.org/drawingml/2006/main">
              <a:ext uri="{FF2B5EF4-FFF2-40B4-BE49-F238E27FC236}">
                <a16:creationId xmlns:a16="http://schemas.microsoft.com/office/drawing/2014/main" id="{7DB85EAB-A004-4F6B-B13F-C024D9AC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17600"/>
            <a:ext cx="7315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7" name="listras-sobre-painel-linha-3">
            <a:extLst xmlns:a="http://schemas.openxmlformats.org/drawingml/2006/main">
              <a:ext uri="{FF2B5EF4-FFF2-40B4-BE49-F238E27FC236}">
                <a16:creationId xmlns:a16="http://schemas.microsoft.com/office/drawing/2014/main" id="{E575D725-D4AC-44A0-B2B1-9EFBAC0BD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27667"/>
            <a:ext cx="7315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8" name="listras-sobre-painel-linha-4">
            <a:extLst xmlns:a="http://schemas.openxmlformats.org/drawingml/2006/main">
              <a:ext uri="{FF2B5EF4-FFF2-40B4-BE49-F238E27FC236}">
                <a16:creationId xmlns:a16="http://schemas.microsoft.com/office/drawing/2014/main" id="{0329C1CA-7FF8-4198-9B1A-32E3A2ABF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7733"/>
            <a:ext cx="7315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9" name="headline-leve-1-editavel">
            <a:extLst xmlns:a="http://schemas.openxmlformats.org/drawingml/2006/main">
              <a:ext uri="{FF2B5EF4-FFF2-40B4-BE49-F238E27FC236}">
                <a16:creationId xmlns:a16="http://schemas.microsoft.com/office/drawing/2014/main" id="{5BC52816-D801-4B8F-B917-295CA3FA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33" y="1761067"/>
            <a:ext cx="6366933" cy="423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933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33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10" name="headline-destaque-1-editavel">
            <a:extLst xmlns:a="http://schemas.openxmlformats.org/drawingml/2006/main">
              <a:ext uri="{FF2B5EF4-FFF2-40B4-BE49-F238E27FC236}">
                <a16:creationId xmlns:a16="http://schemas.microsoft.com/office/drawing/2014/main" id="{823D8B7A-CA93-4302-8988-22035228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33" y="2184400"/>
            <a:ext cx="6366933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{{HIGHLIGHT_1}}</a:t>
            </a:r>
          </a:p>
        </p:txBody>
      </p:sp>
      <p:sp>
        <p:nvSpPr>
          <p:cNvPr id="11" name="headline-destaque-2-editavel">
            <a:extLst xmlns:a="http://schemas.openxmlformats.org/drawingml/2006/main">
              <a:ext uri="{FF2B5EF4-FFF2-40B4-BE49-F238E27FC236}">
                <a16:creationId xmlns:a16="http://schemas.microsoft.com/office/drawing/2014/main" id="{BD583F08-FA8A-4E56-BC25-D6CCA918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33" y="2743200"/>
            <a:ext cx="6366933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{{HIGHLIGHT_2}}</a:t>
            </a:r>
          </a:p>
        </p:txBody>
      </p:sp>
    </p:spTree>
    <p:extLst>
      <p:ext uri="{BB962C8B-B14F-4D97-AF65-F5344CB8AC3E}">
        <p14:creationId xmlns:p14="http://schemas.microsoft.com/office/powerpoint/2010/main" val="135689506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C2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42218e3fd419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2" name="painel-de-cor-editavel">
            <a:extLst xmlns:a="http://schemas.openxmlformats.org/drawingml/2006/main">
              <a:ext uri="{FF2B5EF4-FFF2-40B4-BE49-F238E27FC236}">
                <a16:creationId xmlns:a16="http://schemas.microsoft.com/office/drawing/2014/main" id="{D9D48793-1897-4504-9182-525B422F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2800"/>
            <a:ext cx="7315200" cy="3513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3" name="listras-sobre-painel-fundo">
            <a:extLst xmlns:a="http://schemas.openxmlformats.org/drawingml/2006/main">
              <a:ext uri="{FF2B5EF4-FFF2-40B4-BE49-F238E27FC236}">
                <a16:creationId xmlns:a16="http://schemas.microsoft.com/office/drawing/2014/main" id="{635E678A-D576-4DF2-BECB-2BBC4EC8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2800"/>
            <a:ext cx="7315200" cy="575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4" name="listras-sobre-painel-principal">
            <a:extLst xmlns:a="http://schemas.openxmlformats.org/drawingml/2006/main">
              <a:ext uri="{FF2B5EF4-FFF2-40B4-BE49-F238E27FC236}">
                <a16:creationId xmlns:a16="http://schemas.microsoft.com/office/drawing/2014/main" id="{BB2DB66A-BE62-43D7-840D-5833BFFF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2800"/>
            <a:ext cx="7315200" cy="135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5" name="listras-sobre-painel-linha-1">
            <a:extLst xmlns:a="http://schemas.openxmlformats.org/drawingml/2006/main">
              <a:ext uri="{FF2B5EF4-FFF2-40B4-BE49-F238E27FC236}">
                <a16:creationId xmlns:a16="http://schemas.microsoft.com/office/drawing/2014/main" id="{6460F576-6805-4E84-8029-470B1B2F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7533"/>
            <a:ext cx="7315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6" name="listras-sobre-painel-linha-2">
            <a:extLst xmlns:a="http://schemas.openxmlformats.org/drawingml/2006/main">
              <a:ext uri="{FF2B5EF4-FFF2-40B4-BE49-F238E27FC236}">
                <a16:creationId xmlns:a16="http://schemas.microsoft.com/office/drawing/2014/main" id="{8A5D675E-36AD-40CB-80E9-B900BC53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17600"/>
            <a:ext cx="7315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7" name="listras-sobre-painel-linha-3">
            <a:extLst xmlns:a="http://schemas.openxmlformats.org/drawingml/2006/main">
              <a:ext uri="{FF2B5EF4-FFF2-40B4-BE49-F238E27FC236}">
                <a16:creationId xmlns:a16="http://schemas.microsoft.com/office/drawing/2014/main" id="{B2480F8E-7145-4AD9-909E-BD70CAAB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27667"/>
            <a:ext cx="7315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8" name="listras-sobre-painel-linha-4">
            <a:extLst xmlns:a="http://schemas.openxmlformats.org/drawingml/2006/main">
              <a:ext uri="{FF2B5EF4-FFF2-40B4-BE49-F238E27FC236}">
                <a16:creationId xmlns:a16="http://schemas.microsoft.com/office/drawing/2014/main" id="{EB71808E-A92A-4EFF-9D6E-6D5B3A6C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7733"/>
            <a:ext cx="7315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9" name="headline-destaque-1-editavel">
            <a:extLst xmlns:a="http://schemas.openxmlformats.org/drawingml/2006/main">
              <a:ext uri="{FF2B5EF4-FFF2-40B4-BE49-F238E27FC236}">
                <a16:creationId xmlns:a16="http://schemas.microsoft.com/office/drawing/2014/main" id="{A1C72F95-D466-4E78-9A97-5CED11D5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33" y="1761067"/>
            <a:ext cx="6366933" cy="592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533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4533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{{HIGHLIGHT_1}}</a:t>
            </a:r>
          </a:p>
        </p:txBody>
      </p:sp>
      <p:sp>
        <p:nvSpPr>
          <p:cNvPr id="10" name="headline-destaque-2-editavel">
            <a:extLst xmlns:a="http://schemas.openxmlformats.org/drawingml/2006/main">
              <a:ext uri="{FF2B5EF4-FFF2-40B4-BE49-F238E27FC236}">
                <a16:creationId xmlns:a16="http://schemas.microsoft.com/office/drawing/2014/main" id="{F4BE29B4-ACF9-413E-B6D0-0397CE87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33" y="2353733"/>
            <a:ext cx="6366933" cy="592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533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4533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{{HIGHLIGHT_2}}</a:t>
            </a:r>
          </a:p>
        </p:txBody>
      </p:sp>
      <p:sp>
        <p:nvSpPr>
          <p:cNvPr id="11" name="headline-leve-1-editavel">
            <a:extLst xmlns:a="http://schemas.openxmlformats.org/drawingml/2006/main">
              <a:ext uri="{FF2B5EF4-FFF2-40B4-BE49-F238E27FC236}">
                <a16:creationId xmlns:a16="http://schemas.microsoft.com/office/drawing/2014/main" id="{255DB418-BA6A-463E-9934-CBD644AF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33" y="3048000"/>
            <a:ext cx="6366933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{{INTRO_1}}</a:t>
            </a:r>
          </a:p>
        </p:txBody>
      </p:sp>
      <p:sp>
        <p:nvSpPr>
          <p:cNvPr id="12" name="headline-leve-2-editavel">
            <a:extLst xmlns:a="http://schemas.openxmlformats.org/drawingml/2006/main">
              <a:ext uri="{FF2B5EF4-FFF2-40B4-BE49-F238E27FC236}">
                <a16:creationId xmlns:a16="http://schemas.microsoft.com/office/drawing/2014/main" id="{AD539583-2E66-45C2-A7A7-CC97832B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33" y="3454400"/>
            <a:ext cx="6366933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80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80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{{INTRO_2}}</a:t>
            </a:r>
          </a:p>
        </p:txBody>
      </p:sp>
    </p:spTree>
    <p:extLst>
      <p:ext uri="{BB962C8B-B14F-4D97-AF65-F5344CB8AC3E}">
        <p14:creationId xmlns:p14="http://schemas.microsoft.com/office/powerpoint/2010/main" val="6087829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C2E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1a2b790ac4e47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11430000"/>
          </a:xfrm>
          <a:prstGeom xmlns:a="http://schemas.openxmlformats.org/drawingml/2006/main" prst="rect">
            <a:avLst/>
          </a:prstGeom>
        </p:spPr>
      </p:pic>
      <p:sp>
        <p:nvSpPr>
          <p:cNvPr id="2" name="painel-de-cor-editavel">
            <a:extLst xmlns:a="http://schemas.openxmlformats.org/drawingml/2006/main">
              <a:ext uri="{FF2B5EF4-FFF2-40B4-BE49-F238E27FC236}">
                <a16:creationId xmlns:a16="http://schemas.microsoft.com/office/drawing/2014/main" id="{5D54A091-CCA0-4F20-A6E7-6BF0CDE5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2800"/>
            <a:ext cx="7315200" cy="37761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3" name="listras-sobre-painel-fundo">
            <a:extLst xmlns:a="http://schemas.openxmlformats.org/drawingml/2006/main">
              <a:ext uri="{FF2B5EF4-FFF2-40B4-BE49-F238E27FC236}">
                <a16:creationId xmlns:a16="http://schemas.microsoft.com/office/drawing/2014/main" id="{63C2BEF0-5C04-447D-964D-F4211453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2800"/>
            <a:ext cx="7315200" cy="575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4" name="listras-sobre-painel-principal">
            <a:extLst xmlns:a="http://schemas.openxmlformats.org/drawingml/2006/main">
              <a:ext uri="{FF2B5EF4-FFF2-40B4-BE49-F238E27FC236}">
                <a16:creationId xmlns:a16="http://schemas.microsoft.com/office/drawing/2014/main" id="{8E64F464-3776-447D-A2E8-6A7F5318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2800"/>
            <a:ext cx="7315200" cy="135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5" name="listras-sobre-painel-linha-1">
            <a:extLst xmlns:a="http://schemas.openxmlformats.org/drawingml/2006/main">
              <a:ext uri="{FF2B5EF4-FFF2-40B4-BE49-F238E27FC236}">
                <a16:creationId xmlns:a16="http://schemas.microsoft.com/office/drawing/2014/main" id="{DBB46543-3CCD-4716-91AB-18E56E39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7533"/>
            <a:ext cx="7315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6" name="listras-sobre-painel-linha-2">
            <a:extLst xmlns:a="http://schemas.openxmlformats.org/drawingml/2006/main">
              <a:ext uri="{FF2B5EF4-FFF2-40B4-BE49-F238E27FC236}">
                <a16:creationId xmlns:a16="http://schemas.microsoft.com/office/drawing/2014/main" id="{70213EAF-78BD-4373-8454-30999E13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17600"/>
            <a:ext cx="7315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7" name="listras-sobre-painel-linha-3">
            <a:extLst xmlns:a="http://schemas.openxmlformats.org/drawingml/2006/main">
              <a:ext uri="{FF2B5EF4-FFF2-40B4-BE49-F238E27FC236}">
                <a16:creationId xmlns:a16="http://schemas.microsoft.com/office/drawing/2014/main" id="{72341486-2B5A-485A-ACDA-3425ABB4E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227667"/>
            <a:ext cx="7315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8" name="listras-sobre-painel-linha-4">
            <a:extLst xmlns:a="http://schemas.openxmlformats.org/drawingml/2006/main">
              <a:ext uri="{FF2B5EF4-FFF2-40B4-BE49-F238E27FC236}">
                <a16:creationId xmlns:a16="http://schemas.microsoft.com/office/drawing/2014/main" id="{93EF6654-6C32-4790-8509-DAD5567B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37733"/>
            <a:ext cx="7315200" cy="50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9" name="headline-leve-1-editavel">
            <a:extLst xmlns:a="http://schemas.openxmlformats.org/drawingml/2006/main">
              <a:ext uri="{FF2B5EF4-FFF2-40B4-BE49-F238E27FC236}">
                <a16:creationId xmlns:a16="http://schemas.microsoft.com/office/drawing/2014/main" id="{A9384632-223E-4DE5-A6DA-EDAACA31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33" y="1761067"/>
            <a:ext cx="6366933" cy="423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933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33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{{INTRO_1}}</a:t>
            </a:r>
          </a:p>
        </p:txBody>
      </p:sp>
      <p:sp>
        <p:nvSpPr>
          <p:cNvPr id="10" name="headline-leve-2-editavel">
            <a:extLst xmlns:a="http://schemas.openxmlformats.org/drawingml/2006/main">
              <a:ext uri="{FF2B5EF4-FFF2-40B4-BE49-F238E27FC236}">
                <a16:creationId xmlns:a16="http://schemas.microsoft.com/office/drawing/2014/main" id="{CFF92EAF-D71B-4873-AF7F-7C780740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33" y="2184400"/>
            <a:ext cx="6366933" cy="423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933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33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{{INTRO_2}}</a:t>
            </a:r>
          </a:p>
        </p:txBody>
      </p:sp>
      <p:sp>
        <p:nvSpPr>
          <p:cNvPr id="11" name="headline-leve-3-editavel">
            <a:extLst xmlns:a="http://schemas.openxmlformats.org/drawingml/2006/main">
              <a:ext uri="{FF2B5EF4-FFF2-40B4-BE49-F238E27FC236}">
                <a16:creationId xmlns:a16="http://schemas.microsoft.com/office/drawing/2014/main" id="{D69A7ED8-9AC8-4324-89B6-036F5FB6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33" y="2607733"/>
            <a:ext cx="6366933" cy="423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933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933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{{INTRO_3}}</a:t>
            </a:r>
          </a:p>
        </p:txBody>
      </p:sp>
      <p:sp>
        <p:nvSpPr>
          <p:cNvPr id="12" name="headline-destaque-1-editavel">
            <a:extLst xmlns:a="http://schemas.openxmlformats.org/drawingml/2006/main">
              <a:ext uri="{FF2B5EF4-FFF2-40B4-BE49-F238E27FC236}">
                <a16:creationId xmlns:a16="http://schemas.microsoft.com/office/drawing/2014/main" id="{F2246D9C-4B8B-41E7-B74E-D5617378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33" y="3031067"/>
            <a:ext cx="6366933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267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4267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{{HIGHLIGHT_1}}</a:t>
            </a:r>
          </a:p>
        </p:txBody>
      </p:sp>
      <p:sp>
        <p:nvSpPr>
          <p:cNvPr id="13" name="headline-destaque-2-editavel">
            <a:extLst xmlns:a="http://schemas.openxmlformats.org/drawingml/2006/main">
              <a:ext uri="{FF2B5EF4-FFF2-40B4-BE49-F238E27FC236}">
                <a16:creationId xmlns:a16="http://schemas.microsoft.com/office/drawing/2014/main" id="{EDF63595-809F-47F7-A392-A236D8C3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533" y="3589867"/>
            <a:ext cx="6366933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267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4267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{{HIGHLIGHT_2}}</a:t>
            </a:r>
          </a:p>
        </p:txBody>
      </p:sp>
    </p:spTree>
    <p:extLst>
      <p:ext uri="{BB962C8B-B14F-4D97-AF65-F5344CB8AC3E}">
        <p14:creationId xmlns:p14="http://schemas.microsoft.com/office/powerpoint/2010/main" val="14070763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faixa-pictogramas-azul">
            <a:extLst xmlns:a="http://schemas.openxmlformats.org/drawingml/2006/main">
              <a:ext uri="{FF2B5EF4-FFF2-40B4-BE49-F238E27FC236}">
                <a16:creationId xmlns:a16="http://schemas.microsoft.com/office/drawing/2014/main" id="{6FB4A68F-3E5A-45A2-8DDB-CF25FB37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829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4101d1f414b78">
            <a:extLst>
              <a:ext uri="{96DAC541-7B7A-43D3-8B79-37D633B846F1}">
                <asvg:svgBlip xmlns:asvg="http://schemas.microsoft.com/office/drawing/2016/SVG/main" r:embed="R9a2664f2247a4e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54000" y="309680"/>
            <a:ext cx="592667" cy="40152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8aed38f93d40a9">
            <a:extLst>
              <a:ext uri="{96DAC541-7B7A-43D3-8B79-37D633B846F1}">
                <asvg:svgBlip xmlns:asvg="http://schemas.microsoft.com/office/drawing/2016/SVG/main" r:embed="R75ae03ae0dee44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7704" y="310321"/>
            <a:ext cx="592667" cy="400879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c6a1d458ba427e">
            <a:extLst>
              <a:ext uri="{96DAC541-7B7A-43D3-8B79-37D633B846F1}">
                <asvg:svgBlip xmlns:asvg="http://schemas.microsoft.com/office/drawing/2016/SVG/main" r:embed="Rf2fa09fa77d6476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41407" y="543928"/>
            <a:ext cx="592667" cy="167272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b4d132d2f4343">
            <a:extLst>
              <a:ext uri="{96DAC541-7B7A-43D3-8B79-37D633B846F1}">
                <asvg:svgBlip xmlns:asvg="http://schemas.microsoft.com/office/drawing/2016/SVG/main" r:embed="Rb4b3288dfc1548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35111" y="295809"/>
            <a:ext cx="592667" cy="415391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8cb5767a64b0c">
            <a:extLst>
              <a:ext uri="{96DAC541-7B7A-43D3-8B79-37D633B846F1}">
                <asvg:svgBlip xmlns:asvg="http://schemas.microsoft.com/office/drawing/2016/SVG/main" r:embed="R7560c3558696410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28815" y="363088"/>
            <a:ext cx="592667" cy="348112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5142da1b5541ef">
            <a:extLst>
              <a:ext uri="{96DAC541-7B7A-43D3-8B79-37D633B846F1}">
                <asvg:svgBlip xmlns:asvg="http://schemas.microsoft.com/office/drawing/2016/SVG/main" r:embed="Rab7bd9ee50574a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722518" y="281831"/>
            <a:ext cx="592667" cy="429369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be24ab73104385">
            <a:extLst>
              <a:ext uri="{96DAC541-7B7A-43D3-8B79-37D633B846F1}">
                <asvg:svgBlip xmlns:asvg="http://schemas.microsoft.com/office/drawing/2016/SVG/main" r:embed="Rafa15d4eb0624bf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16222" y="387432"/>
            <a:ext cx="592667" cy="323768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f5b6d1866345d2">
            <a:extLst>
              <a:ext uri="{96DAC541-7B7A-43D3-8B79-37D633B846F1}">
                <asvg:svgBlip xmlns:asvg="http://schemas.microsoft.com/office/drawing/2016/SVG/main" r:embed="Raf4d7e61ff394dd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509926" y="304568"/>
            <a:ext cx="592667" cy="406632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27f90939e24a4f">
            <a:extLst>
              <a:ext uri="{96DAC541-7B7A-43D3-8B79-37D633B846F1}">
                <asvg:svgBlip xmlns:asvg="http://schemas.microsoft.com/office/drawing/2016/SVG/main" r:embed="R6ccfae552b1645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03629" y="431031"/>
            <a:ext cx="592667" cy="280169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54cf29ac845c0">
            <a:extLst>
              <a:ext uri="{96DAC541-7B7A-43D3-8B79-37D633B846F1}">
                <asvg:svgBlip xmlns:asvg="http://schemas.microsoft.com/office/drawing/2016/SVG/main" r:embed="Rf6d82f0f4be948e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97333" y="367694"/>
            <a:ext cx="592667" cy="343506"/>
          </a:xfrm>
          <a:prstGeom xmlns:a="http://schemas.openxmlformats.org/drawingml/2006/main" prst="rect">
            <a:avLst/>
          </a:prstGeom>
        </p:spPr>
      </p:pic>
      <p:sp>
        <p:nvSpPr>
          <p:cNvPr id="12" name="campo-principal-verde">
            <a:extLst xmlns:a="http://schemas.openxmlformats.org/drawingml/2006/main">
              <a:ext uri="{FF2B5EF4-FFF2-40B4-BE49-F238E27FC236}">
                <a16:creationId xmlns:a16="http://schemas.microsoft.com/office/drawing/2014/main" id="{D7875B2C-F8BD-4484-B722-2C30A4AF2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78933"/>
            <a:ext cx="9144000" cy="5418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13" name="pergunta-editavel">
            <a:extLst xmlns:a="http://schemas.openxmlformats.org/drawingml/2006/main">
              <a:ext uri="{FF2B5EF4-FFF2-40B4-BE49-F238E27FC236}">
                <a16:creationId xmlns:a16="http://schemas.microsoft.com/office/drawing/2014/main" id="{5541900F-A7FF-4625-BCBC-A63D3937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067" y="1591733"/>
            <a:ext cx="3979333" cy="254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4667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667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{{Q}}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54cf29ac845c0"/>
          <a:stretch xmlns:a="http://schemas.openxmlformats.org/drawingml/2006/main"/>
        </p:blipFill>
        <p:spPr>
          <a:xfrm xmlns:a="http://schemas.openxmlformats.org/drawingml/2006/main">
            <a:off x="4927600" y="1507067"/>
            <a:ext cx="3556000" cy="3556000"/>
          </a:xfrm>
          <a:prstGeom xmlns:a="http://schemas.openxmlformats.org/drawingml/2006/main" prst="rect">
            <a:avLst/>
          </a:prstGeom>
        </p:spPr>
      </p:pic>
      <p:sp>
        <p:nvSpPr>
          <p:cNvPr id="15" name="regra-inferior-fundo">
            <a:extLst xmlns:a="http://schemas.openxmlformats.org/drawingml/2006/main">
              <a:ext uri="{FF2B5EF4-FFF2-40B4-BE49-F238E27FC236}">
                <a16:creationId xmlns:a16="http://schemas.microsoft.com/office/drawing/2014/main" id="{0B3CD741-03E0-46B1-AC89-870FA874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7600"/>
            <a:ext cx="9144000" cy="516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16" name="regra-inferior-principal">
            <a:extLst xmlns:a="http://schemas.openxmlformats.org/drawingml/2006/main">
              <a:ext uri="{FF2B5EF4-FFF2-40B4-BE49-F238E27FC236}">
                <a16:creationId xmlns:a16="http://schemas.microsoft.com/office/drawing/2014/main" id="{C57C3501-86BE-4934-9545-69F3E06A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97600"/>
            <a:ext cx="9144000" cy="846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17" name="regra-inferior-linha-1">
            <a:extLst xmlns:a="http://schemas.openxmlformats.org/drawingml/2006/main">
              <a:ext uri="{FF2B5EF4-FFF2-40B4-BE49-F238E27FC236}">
                <a16:creationId xmlns:a16="http://schemas.microsoft.com/office/drawing/2014/main" id="{D08C0F6D-6E21-44AB-9C18-B4AC2F35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8467"/>
            <a:ext cx="9144000" cy="67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18" name="regra-inferior-linha-2">
            <a:extLst xmlns:a="http://schemas.openxmlformats.org/drawingml/2006/main">
              <a:ext uri="{FF2B5EF4-FFF2-40B4-BE49-F238E27FC236}">
                <a16:creationId xmlns:a16="http://schemas.microsoft.com/office/drawing/2014/main" id="{E2BE4AC0-1B09-4468-8C57-B9CCAA97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02400"/>
            <a:ext cx="9144000" cy="67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19" name="regra-inferior-linha-3">
            <a:extLst xmlns:a="http://schemas.openxmlformats.org/drawingml/2006/main">
              <a:ext uri="{FF2B5EF4-FFF2-40B4-BE49-F238E27FC236}">
                <a16:creationId xmlns:a16="http://schemas.microsoft.com/office/drawing/2014/main" id="{1913406F-2301-42B2-9F02-7641E06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46333"/>
            <a:ext cx="9144000" cy="677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20" name="fechamento-lead-editavel">
            <a:extLst xmlns:a="http://schemas.openxmlformats.org/drawingml/2006/main">
              <a:ext uri="{FF2B5EF4-FFF2-40B4-BE49-F238E27FC236}">
                <a16:creationId xmlns:a16="http://schemas.microsoft.com/office/drawing/2014/main" id="{F978A3E4-92FE-424B-898E-3E66E007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333" y="7450667"/>
            <a:ext cx="1778000" cy="49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2400" b="0">
                <a:solidFill>
                  <a:srgbClr val="1E78C2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1E78C2"/>
                </a:solidFill>
                <a:latin typeface="Montserrat"/>
                <a:ea typeface="Montserrat"/>
                <a:cs typeface="Montserrat"/>
              </a:rPr>
              <a:t>{{CTA_1}}</a:t>
            </a:r>
          </a:p>
        </p:txBody>
      </p:sp>
      <p:sp>
        <p:nvSpPr>
          <p:cNvPr id="21" name="destaque-site-fundo">
            <a:extLst xmlns:a="http://schemas.openxmlformats.org/drawingml/2006/main">
              <a:ext uri="{FF2B5EF4-FFF2-40B4-BE49-F238E27FC236}">
                <a16:creationId xmlns:a16="http://schemas.microsoft.com/office/drawing/2014/main" id="{6B19F77D-79B0-4DE1-BF9F-EFEB827A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667" y="7450667"/>
            <a:ext cx="2370667" cy="4910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2" name="destaque-site-editavel">
            <a:extLst xmlns:a="http://schemas.openxmlformats.org/drawingml/2006/main">
              <a:ext uri="{FF2B5EF4-FFF2-40B4-BE49-F238E27FC236}">
                <a16:creationId xmlns:a16="http://schemas.microsoft.com/office/drawing/2014/main" id="{8452302D-7FB5-496B-899F-15CBC1DE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4667" y="7450667"/>
            <a:ext cx="2370667" cy="49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40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{{CTA_2}}</a:t>
            </a:r>
          </a:p>
        </p:txBody>
      </p:sp>
      <p:sp>
        <p:nvSpPr>
          <p:cNvPr id="23" name="fechamento-primeira-linha-editavel">
            <a:extLst xmlns:a="http://schemas.openxmlformats.org/drawingml/2006/main">
              <a:ext uri="{FF2B5EF4-FFF2-40B4-BE49-F238E27FC236}">
                <a16:creationId xmlns:a16="http://schemas.microsoft.com/office/drawing/2014/main" id="{7B0B456C-3BE6-41CD-AB5E-EA75B446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667" y="7450667"/>
            <a:ext cx="3302000" cy="4910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0">
                <a:solidFill>
                  <a:srgbClr val="1E78C2"/>
                </a:solidFill>
                <a:latin typeface="Montserrat"/>
                <a:ea typeface="Montserrat"/>
                <a:cs typeface="Montserrat"/>
              </a:defRPr>
            </a:pPr>
            <a:r>
              <a:rPr sz="2400" b="0">
                <a:solidFill>
                  <a:srgbClr val="1E78C2"/>
                </a:solidFill>
                <a:latin typeface="Montserrat"/>
                <a:ea typeface="Montserrat"/>
                <a:cs typeface="Montserrat"/>
              </a:rPr>
              <a:t>{{CTA_3}}</a:t>
            </a:r>
          </a:p>
        </p:txBody>
      </p:sp>
      <p:sp>
        <p:nvSpPr>
          <p:cNvPr id="24" name="fechamento-tail-editavel">
            <a:extLst xmlns:a="http://schemas.openxmlformats.org/drawingml/2006/main">
              <a:ext uri="{FF2B5EF4-FFF2-40B4-BE49-F238E27FC236}">
                <a16:creationId xmlns:a16="http://schemas.microsoft.com/office/drawing/2014/main" id="{7A133E24-1DC8-474F-9E89-278010D7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67" y="8043333"/>
            <a:ext cx="7450667" cy="982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667" b="0">
                <a:solidFill>
                  <a:srgbClr val="1E78C2"/>
                </a:solidFill>
                <a:latin typeface="Montserrat"/>
                <a:ea typeface="Montserrat"/>
                <a:cs typeface="Montserrat"/>
              </a:defRPr>
            </a:pPr>
            <a:r>
              <a:rPr sz="2667" b="0">
                <a:solidFill>
                  <a:srgbClr val="1E78C2"/>
                </a:solidFill>
                <a:latin typeface="Montserrat"/>
                <a:ea typeface="Montserrat"/>
                <a:cs typeface="Montserrat"/>
              </a:rPr>
              <a:t>{{CTA_4}}</a:t>
            </a:r>
          </a:p>
        </p:txBody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0da66137641bd">
            <a:extLst>
              <a:ext uri="{96DAC541-7B7A-43D3-8B79-37D633B846F1}">
                <asvg:svgBlip xmlns:asvg="http://schemas.microsoft.com/office/drawing/2016/SVG/main" r:embed="R1869bf8d2c2a40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75000" y="9652000"/>
            <a:ext cx="2794000" cy="999700"/>
          </a:xfrm>
          <a:prstGeom xmlns:a="http://schemas.openxmlformats.org/drawingml/2006/main" prst="rect">
            <a:avLst/>
          </a:prstGeom>
        </p:spPr>
      </p:pic>
      <p:sp>
        <p:nvSpPr>
          <p:cNvPr id="26" name="barra-inferior-azul">
            <a:extLst xmlns:a="http://schemas.openxmlformats.org/drawingml/2006/main">
              <a:ext uri="{FF2B5EF4-FFF2-40B4-BE49-F238E27FC236}">
                <a16:creationId xmlns:a16="http://schemas.microsoft.com/office/drawing/2014/main" id="{613EC9EC-5713-43D1-97E4-EBD4B107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311467"/>
            <a:ext cx="3048000" cy="118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7" name="barra-inferior-verde">
            <a:extLst xmlns:a="http://schemas.openxmlformats.org/drawingml/2006/main">
              <a:ext uri="{FF2B5EF4-FFF2-40B4-BE49-F238E27FC236}">
                <a16:creationId xmlns:a16="http://schemas.microsoft.com/office/drawing/2014/main" id="{D811335E-6C4E-4A04-B8D8-CCE63CE6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311467"/>
            <a:ext cx="3048000" cy="118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28" name="barra-inferior-amarelo">
            <a:extLst xmlns:a="http://schemas.openxmlformats.org/drawingml/2006/main">
              <a:ext uri="{FF2B5EF4-FFF2-40B4-BE49-F238E27FC236}">
                <a16:creationId xmlns:a16="http://schemas.microsoft.com/office/drawing/2014/main" id="{2648BAD3-2C98-4129-9EFA-B8B343CC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311467"/>
            <a:ext cx="3048000" cy="118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80880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barra-superior-azul">
            <a:extLst xmlns:a="http://schemas.openxmlformats.org/drawingml/2006/main">
              <a:ext uri="{FF2B5EF4-FFF2-40B4-BE49-F238E27FC236}">
                <a16:creationId xmlns:a16="http://schemas.microsoft.com/office/drawing/2014/main" id="{A650F262-87D5-4610-98B7-CC9A9012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135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" name="barra-superior-verde">
            <a:extLst xmlns:a="http://schemas.openxmlformats.org/drawingml/2006/main">
              <a:ext uri="{FF2B5EF4-FFF2-40B4-BE49-F238E27FC236}">
                <a16:creationId xmlns:a16="http://schemas.microsoft.com/office/drawing/2014/main" id="{33EEB540-CB6B-43CA-A150-9485490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135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3" name="barra-superior-amarelo">
            <a:extLst xmlns:a="http://schemas.openxmlformats.org/drawingml/2006/main">
              <a:ext uri="{FF2B5EF4-FFF2-40B4-BE49-F238E27FC236}">
                <a16:creationId xmlns:a16="http://schemas.microsoft.com/office/drawing/2014/main" id="{05A8C9D0-59DB-4905-A5A3-37C7934AA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135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sp>
        <p:nvSpPr>
          <p:cNvPr id="4" name="campo-institucional-azul">
            <a:extLst xmlns:a="http://schemas.openxmlformats.org/drawingml/2006/main">
              <a:ext uri="{FF2B5EF4-FFF2-40B4-BE49-F238E27FC236}">
                <a16:creationId xmlns:a16="http://schemas.microsoft.com/office/drawing/2014/main" id="{AA75DF8A-BE7A-4EA4-A22B-E44AE57E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5467"/>
            <a:ext cx="9144000" cy="584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c91f9e77d49e4"/>
          <a:stretch xmlns:a="http://schemas.openxmlformats.org/drawingml/2006/main"/>
        </p:blipFill>
        <p:spPr>
          <a:xfrm xmlns:a="http://schemas.openxmlformats.org/drawingml/2006/main">
            <a:off x="2582333" y="508000"/>
            <a:ext cx="3979333" cy="3979333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c91f9e77d49e4">
            <a:extLst>
              <a:ext uri="{96DAC541-7B7A-43D3-8B79-37D633B846F1}">
                <asvg:svgBlip xmlns:asvg="http://schemas.microsoft.com/office/drawing/2016/SVG/main" r:embed="Rc90dcc51e8fb489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38667" y="5242192"/>
            <a:ext cx="660400" cy="447408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d05563f8da4f8e">
            <a:extLst>
              <a:ext uri="{96DAC541-7B7A-43D3-8B79-37D633B846F1}">
                <asvg:svgBlip xmlns:asvg="http://schemas.microsoft.com/office/drawing/2016/SVG/main" r:embed="R70894494599045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6029" y="5242907"/>
            <a:ext cx="660400" cy="446693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e709d850304a68">
            <a:extLst>
              <a:ext uri="{96DAC541-7B7A-43D3-8B79-37D633B846F1}">
                <asvg:svgBlip xmlns:asvg="http://schemas.microsoft.com/office/drawing/2016/SVG/main" r:embed="R7b85227324754ef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73393" y="5503211"/>
            <a:ext cx="660400" cy="186389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d8ec77173549d6">
            <a:extLst>
              <a:ext uri="{96DAC541-7B7A-43D3-8B79-37D633B846F1}">
                <asvg:svgBlip xmlns:asvg="http://schemas.microsoft.com/office/drawing/2016/SVG/main" r:embed="Re0a761f3cfbf43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40756" y="5226735"/>
            <a:ext cx="660400" cy="46286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e9a59a570407b">
            <a:extLst>
              <a:ext uri="{96DAC541-7B7A-43D3-8B79-37D633B846F1}">
                <asvg:svgBlip xmlns:asvg="http://schemas.microsoft.com/office/drawing/2016/SVG/main" r:embed="R928e2eee72944c9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08118" y="5301704"/>
            <a:ext cx="660400" cy="387896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07963cf78d4527">
            <a:extLst>
              <a:ext uri="{96DAC541-7B7A-43D3-8B79-37D633B846F1}">
                <asvg:svgBlip xmlns:asvg="http://schemas.microsoft.com/office/drawing/2016/SVG/main" r:embed="R83b725b7b9b845d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75482" y="5211160"/>
            <a:ext cx="660400" cy="478440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b150b5a4747a7">
            <a:extLst>
              <a:ext uri="{96DAC541-7B7A-43D3-8B79-37D633B846F1}">
                <asvg:svgBlip xmlns:asvg="http://schemas.microsoft.com/office/drawing/2016/SVG/main" r:embed="R1b55c154f75f467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42844" y="5328830"/>
            <a:ext cx="660400" cy="360770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27d116bddf4a91">
            <a:extLst>
              <a:ext uri="{96DAC541-7B7A-43D3-8B79-37D633B846F1}">
                <asvg:svgBlip xmlns:asvg="http://schemas.microsoft.com/office/drawing/2016/SVG/main" r:embed="Rb359cbad5d374cc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10207" y="5236496"/>
            <a:ext cx="660400" cy="453104"/>
          </a:xfrm>
          <a:prstGeom xmlns:a="http://schemas.openxmlformats.org/drawingml/2006/main" prst="rect">
            <a:avLst/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b64bb1f0241ac">
            <a:extLst>
              <a:ext uri="{96DAC541-7B7A-43D3-8B79-37D633B846F1}">
                <asvg:svgBlip xmlns:asvg="http://schemas.microsoft.com/office/drawing/2016/SVG/main" r:embed="Rba081c3971034a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7571" y="5377412"/>
            <a:ext cx="660400" cy="312188"/>
          </a:xfrm>
          <a:prstGeom xmlns:a="http://schemas.openxmlformats.org/drawingml/2006/main" prst="rect">
            <a:avLst/>
          </a:prstGeom>
        </p:spPr>
      </p:pic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a64167cc1465e">
            <a:extLst>
              <a:ext uri="{96DAC541-7B7A-43D3-8B79-37D633B846F1}">
                <asvg:svgBlip xmlns:asvg="http://schemas.microsoft.com/office/drawing/2016/SVG/main" r:embed="R970dc79b929f408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44933" y="5306837"/>
            <a:ext cx="660400" cy="382763"/>
          </a:xfrm>
          <a:prstGeom xmlns:a="http://schemas.openxmlformats.org/drawingml/2006/main" prst="rect">
            <a:avLst/>
          </a:prstGeom>
        </p:spPr>
      </p:pic>
      <p:sp>
        <p:nvSpPr>
          <p:cNvPr id="16" name="regra-azul-sobre-branco-fundo">
            <a:extLst xmlns:a="http://schemas.openxmlformats.org/drawingml/2006/main">
              <a:ext uri="{FF2B5EF4-FFF2-40B4-BE49-F238E27FC236}">
                <a16:creationId xmlns:a16="http://schemas.microsoft.com/office/drawing/2014/main" id="{16CC3A2A-8CB5-49A9-A5F9-354F52B2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77467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7" name="regra-azul-sobre-branco-principal">
            <a:extLst xmlns:a="http://schemas.openxmlformats.org/drawingml/2006/main">
              <a:ext uri="{FF2B5EF4-FFF2-40B4-BE49-F238E27FC236}">
                <a16:creationId xmlns:a16="http://schemas.microsoft.com/office/drawing/2014/main" id="{476BE2B5-4D81-481F-B2E9-75184815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977467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18" name="regra-azul-sobre-branco-linha-1">
            <a:extLst xmlns:a="http://schemas.openxmlformats.org/drawingml/2006/main">
              <a:ext uri="{FF2B5EF4-FFF2-40B4-BE49-F238E27FC236}">
                <a16:creationId xmlns:a16="http://schemas.microsoft.com/office/drawing/2014/main" id="{09A6F3AB-CC0D-4A99-83AF-96053306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9867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19" name="regra-azul-sobre-branco-linha-2">
            <a:extLst xmlns:a="http://schemas.openxmlformats.org/drawingml/2006/main">
              <a:ext uri="{FF2B5EF4-FFF2-40B4-BE49-F238E27FC236}">
                <a16:creationId xmlns:a16="http://schemas.microsoft.com/office/drawing/2014/main" id="{4194FC5B-A466-4F6E-BC5E-0B55C0216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2267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0" name="regra-azul-sobre-branco-linha-3">
            <a:extLst xmlns:a="http://schemas.openxmlformats.org/drawingml/2006/main">
              <a:ext uri="{FF2B5EF4-FFF2-40B4-BE49-F238E27FC236}">
                <a16:creationId xmlns:a16="http://schemas.microsoft.com/office/drawing/2014/main" id="{50FF9EB5-3199-4885-9AC7-E3ECBD02D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34667"/>
            <a:ext cx="9144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1" name="frase-leve-editavel">
            <a:extLst xmlns:a="http://schemas.openxmlformats.org/drawingml/2006/main">
              <a:ext uri="{FF2B5EF4-FFF2-40B4-BE49-F238E27FC236}">
                <a16:creationId xmlns:a16="http://schemas.microsoft.com/office/drawing/2014/main" id="{C3206F08-716D-4586-A87B-6AA3FB77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27333"/>
            <a:ext cx="7620000" cy="54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467" b="0">
                <a:solidFill>
                  <a:srgbClr val="1E78C2"/>
                </a:solidFill>
                <a:latin typeface="Montserrat"/>
                <a:ea typeface="Montserrat"/>
                <a:cs typeface="Montserrat"/>
              </a:defRPr>
            </a:pPr>
            <a:r>
              <a:rPr sz="3467" b="0">
                <a:solidFill>
                  <a:srgbClr val="1E78C2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22" name="frase-destaque-editavel">
            <a:extLst xmlns:a="http://schemas.openxmlformats.org/drawingml/2006/main">
              <a:ext uri="{FF2B5EF4-FFF2-40B4-BE49-F238E27FC236}">
                <a16:creationId xmlns:a16="http://schemas.microsoft.com/office/drawing/2014/main" id="{21BBC018-B98E-49BA-85A8-05B80DF1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89333"/>
            <a:ext cx="7620000" cy="12022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133" b="1">
                <a:solidFill>
                  <a:srgbClr val="1E78C2"/>
                </a:solidFill>
                <a:latin typeface="Montserrat"/>
                <a:ea typeface="Montserrat"/>
                <a:cs typeface="Montserrat"/>
              </a:defRPr>
            </a:pPr>
            <a:r>
              <a:rPr sz="4133" b="1">
                <a:solidFill>
                  <a:srgbClr val="1E78C2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df118d2504a16">
            <a:extLst>
              <a:ext uri="{96DAC541-7B7A-43D3-8B79-37D633B846F1}">
                <asvg:svgBlip xmlns:asvg="http://schemas.microsoft.com/office/drawing/2016/SVG/main" r:embed="Rb7a783b9fdff43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175000" y="9618133"/>
            <a:ext cx="2794000" cy="999700"/>
          </a:xfrm>
          <a:prstGeom xmlns:a="http://schemas.openxmlformats.org/drawingml/2006/main" prst="rect">
            <a:avLst/>
          </a:prstGeom>
        </p:spPr>
      </p:pic>
      <p:sp>
        <p:nvSpPr>
          <p:cNvPr id="24" name="barra-inferior-azul">
            <a:extLst xmlns:a="http://schemas.openxmlformats.org/drawingml/2006/main">
              <a:ext uri="{FF2B5EF4-FFF2-40B4-BE49-F238E27FC236}">
                <a16:creationId xmlns:a16="http://schemas.microsoft.com/office/drawing/2014/main" id="{D623D233-59E8-4B21-A5B2-1000B24E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94533"/>
            <a:ext cx="3048000" cy="135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5" name="barra-inferior-verde">
            <a:extLst xmlns:a="http://schemas.openxmlformats.org/drawingml/2006/main">
              <a:ext uri="{FF2B5EF4-FFF2-40B4-BE49-F238E27FC236}">
                <a16:creationId xmlns:a16="http://schemas.microsoft.com/office/drawing/2014/main" id="{303AF26E-259A-4399-821B-7229C2DF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294533"/>
            <a:ext cx="3048000" cy="135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26" name="barra-inferior-amarelo">
            <a:extLst xmlns:a="http://schemas.openxmlformats.org/drawingml/2006/main">
              <a:ext uri="{FF2B5EF4-FFF2-40B4-BE49-F238E27FC236}">
                <a16:creationId xmlns:a16="http://schemas.microsoft.com/office/drawing/2014/main" id="{63412D48-7498-4C81-B957-8D2B9F57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294533"/>
            <a:ext cx="3048000" cy="1354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136789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barra-superior-azul">
            <a:extLst xmlns:a="http://schemas.openxmlformats.org/drawingml/2006/main">
              <a:ext uri="{FF2B5EF4-FFF2-40B4-BE49-F238E27FC236}">
                <a16:creationId xmlns:a16="http://schemas.microsoft.com/office/drawing/2014/main" id="{3853E4CC-2327-4944-AB3C-9A1B629E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048000" cy="118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" name="barra-superior-verde">
            <a:extLst xmlns:a="http://schemas.openxmlformats.org/drawingml/2006/main">
              <a:ext uri="{FF2B5EF4-FFF2-40B4-BE49-F238E27FC236}">
                <a16:creationId xmlns:a16="http://schemas.microsoft.com/office/drawing/2014/main" id="{7EE085F2-54F6-4954-B57C-CC417629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3048000" cy="118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3" name="barra-superior-amarelo">
            <a:extLst xmlns:a="http://schemas.openxmlformats.org/drawingml/2006/main">
              <a:ext uri="{FF2B5EF4-FFF2-40B4-BE49-F238E27FC236}">
                <a16:creationId xmlns:a16="http://schemas.microsoft.com/office/drawing/2014/main" id="{7D3EB19E-4D2F-4597-B4E7-6B6EEE1B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3048000" cy="118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19190c99af4e23"/>
          <a:stretch xmlns:a="http://schemas.openxmlformats.org/drawingml/2006/main"/>
        </p:blipFill>
        <p:spPr>
          <a:xfrm xmlns:a="http://schemas.openxmlformats.org/drawingml/2006/main">
            <a:off x="254000" y="338667"/>
            <a:ext cx="2455333" cy="2455333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e01fdc9a74838">
            <a:extLst>
              <a:ext uri="{96DAC541-7B7A-43D3-8B79-37D633B846F1}">
                <asvg:svgBlip xmlns:asvg="http://schemas.microsoft.com/office/drawing/2016/SVG/main" r:embed="R62a9540c28b0496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62667" y="1778000"/>
            <a:ext cx="5418667" cy="1938812"/>
          </a:xfrm>
          <a:prstGeom xmlns:a="http://schemas.openxmlformats.org/drawingml/2006/main" prst="rect">
            <a:avLst/>
          </a:prstGeom>
        </p:spPr>
      </p:pic>
      <p:sp>
        <p:nvSpPr>
          <p:cNvPr id="6" name="campo-azul">
            <a:extLst xmlns:a="http://schemas.openxmlformats.org/drawingml/2006/main">
              <a:ext uri="{FF2B5EF4-FFF2-40B4-BE49-F238E27FC236}">
                <a16:creationId xmlns:a16="http://schemas.microsoft.com/office/drawing/2014/main" id="{FFC0FFC3-4C94-420B-BA97-30D224BC1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689600"/>
            <a:ext cx="9144000" cy="574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7" name="titulo-editavel">
            <a:extLst xmlns:a="http://schemas.openxmlformats.org/drawingml/2006/main">
              <a:ext uri="{FF2B5EF4-FFF2-40B4-BE49-F238E27FC236}">
                <a16:creationId xmlns:a16="http://schemas.microsoft.com/office/drawing/2014/main" id="{629999B1-8D58-456F-A075-0E21D68E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67" y="7382933"/>
            <a:ext cx="7958667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3333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333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{{INTRO}}</a:t>
            </a:r>
          </a:p>
        </p:txBody>
      </p:sp>
      <p:sp>
        <p:nvSpPr>
          <p:cNvPr id="8" name="destaque-editavel">
            <a:extLst xmlns:a="http://schemas.openxmlformats.org/drawingml/2006/main">
              <a:ext uri="{FF2B5EF4-FFF2-40B4-BE49-F238E27FC236}">
                <a16:creationId xmlns:a16="http://schemas.microsoft.com/office/drawing/2014/main" id="{DC5CFF46-AEF5-4133-9A1E-F6C326A7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667" y="8534400"/>
            <a:ext cx="7958667" cy="5926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4000" b="1">
                <a:solidFill>
                  <a:srgbClr val="FFD036"/>
                </a:solidFill>
                <a:latin typeface="Montserrat"/>
                <a:ea typeface="Montserrat"/>
                <a:cs typeface="Montserrat"/>
              </a:defRPr>
            </a:pPr>
            <a:r>
              <a:rPr sz="4000" b="1">
                <a:solidFill>
                  <a:srgbClr val="FFD036"/>
                </a:solidFill>
                <a:latin typeface="Montserrat"/>
                <a:ea typeface="Montserrat"/>
                <a:cs typeface="Montserrat"/>
              </a:rPr>
              <a:t>{{HIGHLIGHT}}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9300e2c144ced">
            <a:extLst>
              <a:ext uri="{96DAC541-7B7A-43D3-8B79-37D633B846F1}">
                <asvg:svgBlip xmlns:asvg="http://schemas.microsoft.com/office/drawing/2016/SVG/main" r:embed="R6bc1c432948f412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87867" y="10486064"/>
            <a:ext cx="643467" cy="435936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20852442e4c20">
            <a:extLst>
              <a:ext uri="{96DAC541-7B7A-43D3-8B79-37D633B846F1}">
                <asvg:svgBlip xmlns:asvg="http://schemas.microsoft.com/office/drawing/2016/SVG/main" r:embed="Rba85dcfbc6ac4c1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68400" y="10486760"/>
            <a:ext cx="643467" cy="43524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d962c1024c4255">
            <a:extLst>
              <a:ext uri="{96DAC541-7B7A-43D3-8B79-37D633B846F1}">
                <asvg:svgBlip xmlns:asvg="http://schemas.microsoft.com/office/drawing/2016/SVG/main" r:embed="R574fc23df25643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48933" y="10740390"/>
            <a:ext cx="643467" cy="181610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bc36444845464a">
            <a:extLst>
              <a:ext uri="{96DAC541-7B7A-43D3-8B79-37D633B846F1}">
                <asvg:svgBlip xmlns:asvg="http://schemas.microsoft.com/office/drawing/2016/SVG/main" r:embed="R47dc2a15e3d3463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29467" y="10471004"/>
            <a:ext cx="643467" cy="450996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4b4a6619b4aa0">
            <a:extLst>
              <a:ext uri="{96DAC541-7B7A-43D3-8B79-37D633B846F1}">
                <asvg:svgBlip xmlns:asvg="http://schemas.microsoft.com/office/drawing/2016/SVG/main" r:embed="R089c9ed83cd04a9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810000" y="10544050"/>
            <a:ext cx="643467" cy="377950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b14b7d84b44de">
            <a:extLst>
              <a:ext uri="{96DAC541-7B7A-43D3-8B79-37D633B846F1}">
                <asvg:svgBlip xmlns:asvg="http://schemas.microsoft.com/office/drawing/2016/SVG/main" r:embed="R76a640801cba46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690533" y="10455828"/>
            <a:ext cx="643467" cy="466172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c3213226344a5">
            <a:extLst>
              <a:ext uri="{96DAC541-7B7A-43D3-8B79-37D633B846F1}">
                <asvg:svgBlip xmlns:asvg="http://schemas.microsoft.com/office/drawing/2016/SVG/main" r:embed="R676497cb4615492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71067" y="10570481"/>
            <a:ext cx="643467" cy="351519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85dd742bf40e6">
            <a:extLst>
              <a:ext uri="{96DAC541-7B7A-43D3-8B79-37D633B846F1}">
                <asvg:svgBlip xmlns:asvg="http://schemas.microsoft.com/office/drawing/2016/SVG/main" r:embed="R7de75d49008043e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451600" y="10480514"/>
            <a:ext cx="643467" cy="441486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ffb829ad84f9d">
            <a:extLst>
              <a:ext uri="{96DAC541-7B7A-43D3-8B79-37D633B846F1}">
                <asvg:svgBlip xmlns:asvg="http://schemas.microsoft.com/office/drawing/2016/SVG/main" r:embed="Rd9b268a359ee46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32133" y="10617816"/>
            <a:ext cx="643467" cy="304184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5553452ce4055">
            <a:extLst>
              <a:ext uri="{96DAC541-7B7A-43D3-8B79-37D633B846F1}">
                <asvg:svgBlip xmlns:asvg="http://schemas.microsoft.com/office/drawing/2016/SVG/main" r:embed="R543d0bccc32044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12667" y="10549052"/>
            <a:ext cx="643467" cy="372948"/>
          </a:xfrm>
          <a:prstGeom xmlns:a="http://schemas.openxmlformats.org/drawingml/2006/main" prst="rect">
            <a:avLst/>
          </a:prstGeom>
        </p:spPr>
      </p:pic>
      <p:sp>
        <p:nvSpPr>
          <p:cNvPr id="19" name="barra-inferior-azul">
            <a:extLst xmlns:a="http://schemas.openxmlformats.org/drawingml/2006/main">
              <a:ext uri="{FF2B5EF4-FFF2-40B4-BE49-F238E27FC236}">
                <a16:creationId xmlns:a16="http://schemas.microsoft.com/office/drawing/2014/main" id="{E20D7274-C2CD-462F-B110-E8DB3F7A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311467"/>
            <a:ext cx="3048000" cy="118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8C2"/>
          </a:solidFill>
          <a:ln xmlns:a="http://schemas.openxmlformats.org/drawingml/2006/main" w="0">
            <a:solidFill>
              <a:srgbClr val="1E78C2"/>
            </a:solidFill>
            <a:prstDash val="solid"/>
          </a:ln>
        </p:spPr>
      </p:sp>
      <p:sp>
        <p:nvSpPr>
          <p:cNvPr id="20" name="barra-inferior-verde">
            <a:extLst xmlns:a="http://schemas.openxmlformats.org/drawingml/2006/main">
              <a:ext uri="{FF2B5EF4-FFF2-40B4-BE49-F238E27FC236}">
                <a16:creationId xmlns:a16="http://schemas.microsoft.com/office/drawing/2014/main" id="{E142705A-E09D-4DD4-8FFC-4807A67CD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1311467"/>
            <a:ext cx="3048000" cy="118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9942"/>
          </a:solidFill>
          <a:ln xmlns:a="http://schemas.openxmlformats.org/drawingml/2006/main" w="0">
            <a:solidFill>
              <a:srgbClr val="289942"/>
            </a:solidFill>
            <a:prstDash val="solid"/>
          </a:ln>
        </p:spPr>
      </p:sp>
      <p:sp>
        <p:nvSpPr>
          <p:cNvPr id="21" name="barra-inferior-amarelo">
            <a:extLst xmlns:a="http://schemas.openxmlformats.org/drawingml/2006/main">
              <a:ext uri="{FF2B5EF4-FFF2-40B4-BE49-F238E27FC236}">
                <a16:creationId xmlns:a16="http://schemas.microsoft.com/office/drawing/2014/main" id="{73CFF913-D718-4752-8FF2-FD72A683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1311467"/>
            <a:ext cx="3048000" cy="1185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036"/>
          </a:solidFill>
          <a:ln xmlns:a="http://schemas.openxmlformats.org/drawingml/2006/main" w="0">
            <a:solidFill>
              <a:srgbClr val="FFD036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720864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2026-08-25T16:30:07.3190000Z</dcterms:created>
  <dcterms:modified xsi:type="dcterms:W3CDTF">2026-08-25T16:30:07.3190000Z</dcterms:modified>
</coreProperties>
</file>