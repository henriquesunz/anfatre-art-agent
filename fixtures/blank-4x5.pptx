
<file path=[Content_Types].xml><?xml version="1.0" encoding="utf-8"?>
<Types xmlns="http://schemas.openxmlformats.org/package/2006/content-types">
  <Default Extension="xml" ContentType="application/xml"/>
  <Default Extension="rels" ContentType="application/vnd.openxmlformats-package.relationships+xml"/>
  <Default Extension="jpeg" ContentType="image/jpeg"/>
  <Default Extension="jpg" ContentType="image/jpg"/>
  <Default Extension="svg" ContentType="image/svg+xml"/>
  <Default Extension="png" ContentType="image/png"/>
  <Default Extension="gif" ContentType="image/gif"/>
  <Default Extension="m4v" ContentType="video/mp4"/>
  <Default Extension="mp4" ContentType="video/mp4"/>
  <Default Extension="vml" ContentType="application/vnd.openxmlformats-officedocument.vmlDrawing"/>
  <Default Extension="xlsx" ContentType="application/vnd.openxmlformats-officedocument.spreadsheetml.sheet"/>
  <Override PartName="/ppt/presentation.xml" ContentType="application/vnd.openxmlformats-officedocument.presentationml.presentation.main+xml"/>
  <Override PartName="/ppt/notesMasters/notesMaster1.xml" ContentType="application/vnd.openxmlformats-officedocument.presentationml.notesMaster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notesSlides/notesSlide1.xml" ContentType="application/vnd.openxmlformats-officedocument.presentationml.notesSlide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
		<Relationship Id="rId1" Type="http://schemas.openxmlformats.org/officeDocument/2006/relationships/extended-properties" Target="docProps/app.xml"/>
		<Relationship Id="rId2" Type="http://schemas.openxmlformats.org/package/2006/relationships/metadata/core-properties" Target="docProps/core.xml"/>
		<Relationship Id="rId3" Type="http://schemas.openxmlformats.org/officeDocument/2006/relationships/officeDocument" Target="ppt/presentation.xml"/>
		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2"/>
  </p:sldIdLst>
  <p:notesMasterIdLst>
    <p:notesMasterId r:id="rId3"/>
  </p:notesMasterIdLst>
  <p:sldSz cx="9144000" cy="11430000"/>
  <p:notesSz cx="11430000" cy="9144000"/>
  <p:defaultTextStyle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/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 horzBarState="maximized">
    <p:restoredLeft sz="15611"/>
    <p:restoredTop sz="94610"/>
  </p:normalViewPr>
  <p:slideViewPr>
    <p:cSldViewPr snapToGrid="0" snapToObjects="1">
      <p:cViewPr varScale="1">
        <p:scale>
          <a:sx n="136" d="100"/>
          <a:sy n="136" d="100"/>
        </p:scale>
        <p:origin x="216" y="312"/>
      </p:cViewPr>
      <p:guideLst/>
    </p:cSldViewPr>
  </p:slideViewPr>
  <p:notesTextViewPr>
    <p:cViewPr>
      <p:scale>
        <a:sx n="1" d="1"/>
        <a:sy n="1" d="1"/>
      </p:scale>
      <p:origin x="0" y="0"/>
    </p:cViewPr>
  </p:notesTextViewPr>
  <p:gridSpacing cx="76200" cy="76200"/>
</p:viewPr>
</file>

<file path=ppt/_rels/presentation.xml.rels><?xml version="1.0" encoding="UTF-8" standalone="yes"?>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slide" Target="slides/slide1.xml"/><Relationship Id="rId3" Type="http://schemas.openxmlformats.org/officeDocument/2006/relationships/notesMaster" Target="notesMasters/notesMaster1.xml"/><Relationship Id="rId4" Type="http://schemas.openxmlformats.org/officeDocument/2006/relationships/presProps" Target="presProps.xml"/><Relationship Id="rId5" Type="http://schemas.openxmlformats.org/officeDocument/2006/relationships/viewProps" Target="viewProps.xml"/><Relationship Id="rId6" Type="http://schemas.openxmlformats.org/officeDocument/2006/relationships/theme" Target="theme/theme1.xml"/><Relationship Id="rId7" Type="http://schemas.openxmlformats.org/officeDocument/2006/relationships/tableStyles" Target="tableStyles.xml"/></Relationships>
</file>

<file path=ppt/notesMasters/_rels/notesMaster1.xml.rels><?xml version="1.0" encoding="UTF-8" standalone="yes"?>
<Relationships xmlns="http://schemas.openxmlformats.org/package/2006/relationships">
		<Relationship Id="rId1" Type="http://schemas.openxmlformats.org/officeDocument/2006/relationships/theme" Target="../theme/theme1.xml"/>
		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eader Placeholder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idx="1"/>
          </p:nvPr>
        </p:nvSpPr>
        <p:spPr>
          <a:xfrm>
            <a:off x="3884613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fld id="{5282F153-3F37-0F45-9E97-73ACFA13230C}" type="datetimeFigureOut">
              <a:rPr lang="en-US"/>
              <a:t>7/23/19</a:t>
            </a:fld>
            <a:endParaRPr lang="en-US"/>
          </a:p>
        </p:txBody>
      </p:sp>
      <p:sp>
        <p:nvSpPr>
          <p:cNvPr id="4" name="Slide Image Placeholder 3"/>
          <p:cNvSpPr>
            <a:spLocks noGrp="1" noRot="1" noChangeAspect="1"/>
          </p:cNvSpPr>
          <p:nvPr>
            <p:ph type="sldImg" idx="2"/>
          </p:nvPr>
        </p:nvSpPr>
        <p:spPr>
          <a:xfrm>
            <a:off x="685800" y="1143000"/>
            <a:ext cx="5486400" cy="3086100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>
            <a:endParaRPr lang="en-US"/>
          </a:p>
        </p:txBody>
      </p:sp>
      <p:sp>
        <p:nvSpPr>
          <p:cNvPr id="5" name="Notes Placeholder 4"/>
          <p:cNvSpPr>
            <a:spLocks noGrp="1"/>
          </p:cNvSpPr>
          <p:nvPr>
            <p:ph type="body" sz="quarter" idx="3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</p:spPr>
        <p:txBody>
          <a:bodyPr vert="horz" lIns="91440" tIns="45720" rIns="91440" bIns="45720" rtlCol="0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4"/>
          </p:nvPr>
        </p:nvSpPr>
        <p:spPr>
          <a:xfrm>
            <a:off x="0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5"/>
          </p:nvPr>
        </p:nvSpPr>
        <p:spPr>
          <a:xfrm>
            <a:off x="3884613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fld id="{CE5E9CC1-C706-0F49-92D6-E571CC5EEA8F}" type="slidenum">
              <a:rPr lang="en-US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 bg1="lt1" tx1="dk1" bg2="lt2" tx2="dk2" accent1="accent1" accent2="accent2" accent3="accent3" accent4="accent4" accent5="accent5" accent6="accent6" hlink="hlink" folHlink="folHlink"/>
  <p:notesStyle>
    <a:lvl1pPr marL="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notesSlides/_rels/notesSlide1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.xml"/>
		</Relationships>
</file>

<file path=ppt/notesSlides/notesSlide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DEFAULT"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</p:sldLayoutIdLst>
  <p:hf sldNum="0" hdr="0" ftr="0" dt="0"/>
  <p:txStyles>
    <p:titleStyle>
      <a:lvl1pPr algn="ctr" defTabSz="9144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914400" rtl="0" eaLnBrk="1" latinLnBrk="0" hangingPunct="1">
        <a:spcBef>
          <a:spcPct val="20000"/>
        </a:spcBef>
        <a:buFont typeface="Arial" pitchFamily="34" charset="0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914400" rtl="0" eaLnBrk="1" latinLnBrk="0" hangingPunct="1">
        <a:spcBef>
          <a:spcPct val="20000"/>
        </a:spcBef>
        <a:buFont typeface="Arial" pitchFamily="34" charset="0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spcBef>
          <a:spcPct val="20000"/>
        </a:spcBef>
        <a:buFont typeface="Arial" pitchFamily="34" charset="0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spcBef>
          <a:spcPct val="20000"/>
        </a:spcBef>
        <a:buFont typeface="Arial" pitchFamily="34" charset="0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Calibri Light" panose="020F030202020403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Calibri" panose="020F050202020403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otalTime>0</TotalTime>
  <Words>0</Words>
  <Application>Microsoft Office PowerPoint</Application>
  <PresentationFormat>On-screen Show (16:9)</PresentationFormat>
  <Paragraphs>0</Paragraphs>
  <Slides>1</Slides>
  <Notes>1</Notes>
  <HiddenSlides>0</HiddenSlides>
  <MMClips>0</MMClips>
  <ScaleCrop>false</ScaleCrop>
  <HeadingPairs>
    <vt:vector size="6" baseType="variant">
      <vt:variant>
        <vt:lpstr>Fonts Used</vt:lpstr>
      </vt:variant>
      <vt:variant>
        <vt:i4>2</vt:i4>
      </vt:variant>
      <vt:variant>
        <vt:lpstr>Theme</vt:lpstr>
      </vt:variant>
      <vt:variant>
        <vt:i4>1</vt:i4>
      </vt:variant>
      <vt:variant>
        <vt:lpstr>Slide Titles</vt:lpstr>
      </vt:variant>
      <vt:variant>
        <vt:i4>1</vt:i4>
      </vt:variant>
    </vt:vector>
  </HeadingPairs>
  <TitlesOfParts>
    <vt:vector size="4" baseType="lpstr">
      <vt:lpstr>Arial</vt:lpstr>
      <vt:lpstr>Calibri</vt:lpstr>
      <vt:lpstr>Office Theme</vt:lpstr>
      <vt:lpstr>Slide 1</vt:lpstr>
    </vt:vector>
  </TitlesOfParts>
  <Company>PptxGenJS</Company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PptxGenJS Presentation</dc:title>
  <dc:subject>PptxGenJS Presentation</dc:subject>
  <dc:creator>PptxGenJS</dc:creator>
  <cp:lastModifiedBy>PptxGenJS</cp:lastModifiedBy>
  <cp:revision>1</cp:revision>
  <dcterms:created xsi:type="dcterms:W3CDTF">2026-08-13T21:14:55Z</dcterms:created>
  <dcterms:modified xsi:type="dcterms:W3CDTF">2026-08-13T21:14:55Z</dcterms:modified>
</cp:coreProperties>
</file>